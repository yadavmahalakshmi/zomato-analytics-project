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58" r:id="rId2"/>
    <p:sldId id="271" r:id="rId3"/>
    <p:sldId id="259" r:id="rId4"/>
    <p:sldId id="272" r:id="rId5"/>
    <p:sldId id="260" r:id="rId6"/>
    <p:sldId id="273" r:id="rId7"/>
    <p:sldId id="274" r:id="rId8"/>
    <p:sldId id="275" r:id="rId9"/>
    <p:sldId id="276" r:id="rId10"/>
    <p:sldId id="277" r:id="rId11"/>
    <p:sldId id="261" r:id="rId12"/>
    <p:sldId id="262" r:id="rId13"/>
    <p:sldId id="278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2B7BEC"/>
    <a:srgbClr val="DC3131"/>
    <a:srgbClr val="EAAC10"/>
    <a:srgbClr val="2CB259"/>
    <a:srgbClr val="1156BB"/>
    <a:srgbClr val="2FC161"/>
    <a:srgbClr val="F1B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A401A-C1DE-4671-949F-E04E4CBED351}" v="32" dt="2025-10-30T06:36:30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83" autoAdjust="0"/>
  </p:normalViewPr>
  <p:slideViewPr>
    <p:cSldViewPr snapToGrid="0" showGuides="1">
      <p:cViewPr varScale="1">
        <p:scale>
          <a:sx n="59" d="100"/>
          <a:sy n="59" d="100"/>
        </p:scale>
        <p:origin x="964" y="56"/>
      </p:cViewPr>
      <p:guideLst>
        <p:guide orient="horz" pos="2160"/>
        <p:guide pos="3840"/>
        <p:guide orient="horz" pos="799"/>
        <p:guide pos="438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 Sisir" userId="12945956d336afc7" providerId="LiveId" clId="{80B47866-980E-40C2-BBCC-13BB7389C122}"/>
    <pc:docChg chg="undo custSel addSld delSld modSld">
      <pc:chgData name="Subi Sisir" userId="12945956d336afc7" providerId="LiveId" clId="{80B47866-980E-40C2-BBCC-13BB7389C122}" dt="2025-10-30T06:40:00.726" v="2499" actId="14100"/>
      <pc:docMkLst>
        <pc:docMk/>
      </pc:docMkLst>
      <pc:sldChg chg="addSp delSp modSp mod modTransition modAnim">
        <pc:chgData name="Subi Sisir" userId="12945956d336afc7" providerId="LiveId" clId="{80B47866-980E-40C2-BBCC-13BB7389C122}" dt="2025-10-30T06:16:59.120" v="2254"/>
        <pc:sldMkLst>
          <pc:docMk/>
          <pc:sldMk cId="2181837983" sldId="258"/>
        </pc:sldMkLst>
        <pc:spChg chg="mod">
          <ac:chgData name="Subi Sisir" userId="12945956d336afc7" providerId="LiveId" clId="{80B47866-980E-40C2-BBCC-13BB7389C122}" dt="2025-10-24T04:28:04.429" v="74" actId="207"/>
          <ac:spMkLst>
            <pc:docMk/>
            <pc:sldMk cId="2181837983" sldId="258"/>
            <ac:spMk id="5" creationId="{353CBFDA-211B-7CAA-45F6-F0B53DDDA7D8}"/>
          </ac:spMkLst>
        </pc:spChg>
        <pc:spChg chg="mod">
          <ac:chgData name="Subi Sisir" userId="12945956d336afc7" providerId="LiveId" clId="{80B47866-980E-40C2-BBCC-13BB7389C122}" dt="2025-10-24T09:01:07.691" v="1241" actId="1076"/>
          <ac:spMkLst>
            <pc:docMk/>
            <pc:sldMk cId="2181837983" sldId="258"/>
            <ac:spMk id="6" creationId="{307B41D9-AAD0-2C43-11B2-6062D1A690D0}"/>
          </ac:spMkLst>
        </pc:spChg>
        <pc:picChg chg="add mod modCrop">
          <ac:chgData name="Subi Sisir" userId="12945956d336afc7" providerId="LiveId" clId="{80B47866-980E-40C2-BBCC-13BB7389C122}" dt="2025-10-24T04:31:47.946" v="106" actId="1076"/>
          <ac:picMkLst>
            <pc:docMk/>
            <pc:sldMk cId="2181837983" sldId="258"/>
            <ac:picMk id="12" creationId="{11871802-9299-976C-7F52-6F8490214F9C}"/>
          </ac:picMkLst>
        </pc:picChg>
        <pc:picChg chg="add mod modCrop">
          <ac:chgData name="Subi Sisir" userId="12945956d336afc7" providerId="LiveId" clId="{80B47866-980E-40C2-BBCC-13BB7389C122}" dt="2025-10-24T04:32:51.433" v="115" actId="1076"/>
          <ac:picMkLst>
            <pc:docMk/>
            <pc:sldMk cId="2181837983" sldId="258"/>
            <ac:picMk id="14" creationId="{7837DAD0-A819-43F7-5D08-50A80C5F42F8}"/>
          </ac:picMkLst>
        </pc:picChg>
      </pc:sldChg>
      <pc:sldChg chg="addSp delSp modSp mod">
        <pc:chgData name="Subi Sisir" userId="12945956d336afc7" providerId="LiveId" clId="{80B47866-980E-40C2-BBCC-13BB7389C122}" dt="2025-10-24T05:01:25.921" v="547" actId="1076"/>
        <pc:sldMkLst>
          <pc:docMk/>
          <pc:sldMk cId="4048481302" sldId="259"/>
        </pc:sldMkLst>
        <pc:spChg chg="mod">
          <ac:chgData name="Subi Sisir" userId="12945956d336afc7" providerId="LiveId" clId="{80B47866-980E-40C2-BBCC-13BB7389C122}" dt="2025-10-24T04:59:46.866" v="528" actId="207"/>
          <ac:spMkLst>
            <pc:docMk/>
            <pc:sldMk cId="4048481302" sldId="259"/>
            <ac:spMk id="7" creationId="{95F1591C-6388-DFFA-3755-AD6F98EB1267}"/>
          </ac:spMkLst>
        </pc:spChg>
        <pc:spChg chg="mod">
          <ac:chgData name="Subi Sisir" userId="12945956d336afc7" providerId="LiveId" clId="{80B47866-980E-40C2-BBCC-13BB7389C122}" dt="2025-10-24T05:01:25.921" v="547" actId="1076"/>
          <ac:spMkLst>
            <pc:docMk/>
            <pc:sldMk cId="4048481302" sldId="259"/>
            <ac:spMk id="8" creationId="{4A73A52A-A3B8-AA7C-D3D0-27B8E311BA1B}"/>
          </ac:spMkLst>
        </pc:spChg>
        <pc:spChg chg="mod">
          <ac:chgData name="Subi Sisir" userId="12945956d336afc7" providerId="LiveId" clId="{80B47866-980E-40C2-BBCC-13BB7389C122}" dt="2025-10-24T04:58:04.649" v="515" actId="207"/>
          <ac:spMkLst>
            <pc:docMk/>
            <pc:sldMk cId="4048481302" sldId="259"/>
            <ac:spMk id="36" creationId="{A82769A7-3C68-A08F-5265-7BBED2B5E5D4}"/>
          </ac:spMkLst>
        </pc:spChg>
        <pc:spChg chg="mod">
          <ac:chgData name="Subi Sisir" userId="12945956d336afc7" providerId="LiveId" clId="{80B47866-980E-40C2-BBCC-13BB7389C122}" dt="2025-10-24T04:58:04.649" v="515" actId="207"/>
          <ac:spMkLst>
            <pc:docMk/>
            <pc:sldMk cId="4048481302" sldId="259"/>
            <ac:spMk id="37" creationId="{92833F9A-E218-D40C-3C23-6D39DF887EAD}"/>
          </ac:spMkLst>
        </pc:spChg>
        <pc:picChg chg="add mod">
          <ac:chgData name="Subi Sisir" userId="12945956d336afc7" providerId="LiveId" clId="{80B47866-980E-40C2-BBCC-13BB7389C122}" dt="2025-10-24T04:56:41.844" v="507" actId="29295"/>
          <ac:picMkLst>
            <pc:docMk/>
            <pc:sldMk cId="4048481302" sldId="259"/>
            <ac:picMk id="14" creationId="{21B19669-AE13-0ADE-DF79-816CA78F81D0}"/>
          </ac:picMkLst>
        </pc:picChg>
        <pc:picChg chg="add mod">
          <ac:chgData name="Subi Sisir" userId="12945956d336afc7" providerId="LiveId" clId="{80B47866-980E-40C2-BBCC-13BB7389C122}" dt="2025-10-24T04:56:36.853" v="506" actId="29295"/>
          <ac:picMkLst>
            <pc:docMk/>
            <pc:sldMk cId="4048481302" sldId="259"/>
            <ac:picMk id="16" creationId="{024B4100-33BF-E4EC-ABBE-15B152171C4E}"/>
          </ac:picMkLst>
        </pc:picChg>
      </pc:sldChg>
      <pc:sldChg chg="addSp delSp modSp mod">
        <pc:chgData name="Subi Sisir" userId="12945956d336afc7" providerId="LiveId" clId="{80B47866-980E-40C2-BBCC-13BB7389C122}" dt="2025-10-24T05:50:09.507" v="884" actId="1076"/>
        <pc:sldMkLst>
          <pc:docMk/>
          <pc:sldMk cId="595017374" sldId="260"/>
        </pc:sldMkLst>
        <pc:spChg chg="add mod">
          <ac:chgData name="Subi Sisir" userId="12945956d336afc7" providerId="LiveId" clId="{80B47866-980E-40C2-BBCC-13BB7389C122}" dt="2025-10-24T05:30:44.747" v="771" actId="20577"/>
          <ac:spMkLst>
            <pc:docMk/>
            <pc:sldMk cId="595017374" sldId="260"/>
            <ac:spMk id="2" creationId="{860A29FD-81D5-72CF-A4E1-A437829D46A8}"/>
          </ac:spMkLst>
        </pc:spChg>
        <pc:spChg chg="mod">
          <ac:chgData name="Subi Sisir" userId="12945956d336afc7" providerId="LiveId" clId="{80B47866-980E-40C2-BBCC-13BB7389C122}" dt="2025-10-24T05:20:37.566" v="728" actId="20577"/>
          <ac:spMkLst>
            <pc:docMk/>
            <pc:sldMk cId="595017374" sldId="260"/>
            <ac:spMk id="3" creationId="{F913F3B4-3F09-395B-763E-A3E309ECADEB}"/>
          </ac:spMkLst>
        </pc:spChg>
        <pc:spChg chg="add mod">
          <ac:chgData name="Subi Sisir" userId="12945956d336afc7" providerId="LiveId" clId="{80B47866-980E-40C2-BBCC-13BB7389C122}" dt="2025-10-24T05:44:04.249" v="811"/>
          <ac:spMkLst>
            <pc:docMk/>
            <pc:sldMk cId="595017374" sldId="260"/>
            <ac:spMk id="4" creationId="{7D45549C-AAE0-D2B2-49BD-72293C01F8C8}"/>
          </ac:spMkLst>
        </pc:spChg>
        <pc:spChg chg="add mod">
          <ac:chgData name="Subi Sisir" userId="12945956d336afc7" providerId="LiveId" clId="{80B47866-980E-40C2-BBCC-13BB7389C122}" dt="2025-10-24T05:48:55.552" v="879" actId="1076"/>
          <ac:spMkLst>
            <pc:docMk/>
            <pc:sldMk cId="595017374" sldId="260"/>
            <ac:spMk id="5" creationId="{A74772BA-04D7-FEB7-8396-826A79C68031}"/>
          </ac:spMkLst>
        </pc:spChg>
        <pc:spChg chg="add mod">
          <ac:chgData name="Subi Sisir" userId="12945956d336afc7" providerId="LiveId" clId="{80B47866-980E-40C2-BBCC-13BB7389C122}" dt="2025-10-24T05:49:22.920" v="880"/>
          <ac:spMkLst>
            <pc:docMk/>
            <pc:sldMk cId="595017374" sldId="260"/>
            <ac:spMk id="6" creationId="{2C63AD74-421C-E404-CFAD-836166CF4BE6}"/>
          </ac:spMkLst>
        </pc:spChg>
        <pc:spChg chg="add mod">
          <ac:chgData name="Subi Sisir" userId="12945956d336afc7" providerId="LiveId" clId="{80B47866-980E-40C2-BBCC-13BB7389C122}" dt="2025-10-24T05:50:09.507" v="884" actId="1076"/>
          <ac:spMkLst>
            <pc:docMk/>
            <pc:sldMk cId="595017374" sldId="260"/>
            <ac:spMk id="7" creationId="{2050E6F9-D771-DA0F-1119-7DA2CC849EF6}"/>
          </ac:spMkLst>
        </pc:spChg>
        <pc:spChg chg="mod">
          <ac:chgData name="Subi Sisir" userId="12945956d336afc7" providerId="LiveId" clId="{80B47866-980E-40C2-BBCC-13BB7389C122}" dt="2025-10-24T05:29:07.328" v="752" actId="20577"/>
          <ac:spMkLst>
            <pc:docMk/>
            <pc:sldMk cId="595017374" sldId="260"/>
            <ac:spMk id="23" creationId="{8EC138C7-BBAF-A8A6-1453-BF897666A535}"/>
          </ac:spMkLst>
        </pc:spChg>
        <pc:spChg chg="mod">
          <ac:chgData name="Subi Sisir" userId="12945956d336afc7" providerId="LiveId" clId="{80B47866-980E-40C2-BBCC-13BB7389C122}" dt="2025-10-24T05:43:12.363" v="805" actId="20577"/>
          <ac:spMkLst>
            <pc:docMk/>
            <pc:sldMk cId="595017374" sldId="260"/>
            <ac:spMk id="24" creationId="{63CA66BA-275B-56BD-9894-D9B1657781B4}"/>
          </ac:spMkLst>
        </pc:spChg>
        <pc:spChg chg="mod">
          <ac:chgData name="Subi Sisir" userId="12945956d336afc7" providerId="LiveId" clId="{80B47866-980E-40C2-BBCC-13BB7389C122}" dt="2025-10-24T05:44:56.162" v="827" actId="20577"/>
          <ac:spMkLst>
            <pc:docMk/>
            <pc:sldMk cId="595017374" sldId="260"/>
            <ac:spMk id="25" creationId="{ECA40832-B4FB-628A-609B-B8C151F9C40B}"/>
          </ac:spMkLst>
        </pc:spChg>
        <pc:spChg chg="mod">
          <ac:chgData name="Subi Sisir" userId="12945956d336afc7" providerId="LiveId" clId="{80B47866-980E-40C2-BBCC-13BB7389C122}" dt="2025-10-24T05:48:03.639" v="873" actId="20577"/>
          <ac:spMkLst>
            <pc:docMk/>
            <pc:sldMk cId="595017374" sldId="260"/>
            <ac:spMk id="26" creationId="{E373660E-59C4-FB52-3ED5-DE870F2C9BBE}"/>
          </ac:spMkLst>
        </pc:spChg>
        <pc:spChg chg="mod">
          <ac:chgData name="Subi Sisir" userId="12945956d336afc7" providerId="LiveId" clId="{80B47866-980E-40C2-BBCC-13BB7389C122}" dt="2025-10-24T05:29:48.451" v="760" actId="1076"/>
          <ac:spMkLst>
            <pc:docMk/>
            <pc:sldMk cId="595017374" sldId="260"/>
            <ac:spMk id="28" creationId="{78989258-3729-D541-209E-0B56576B5413}"/>
          </ac:spMkLst>
        </pc:spChg>
      </pc:sldChg>
      <pc:sldChg chg="addSp delSp modSp mod">
        <pc:chgData name="Subi Sisir" userId="12945956d336afc7" providerId="LiveId" clId="{80B47866-980E-40C2-BBCC-13BB7389C122}" dt="2025-10-25T05:03:31.045" v="2181" actId="255"/>
        <pc:sldMkLst>
          <pc:docMk/>
          <pc:sldMk cId="1371425223" sldId="261"/>
        </pc:sldMkLst>
        <pc:spChg chg="add mod">
          <ac:chgData name="Subi Sisir" userId="12945956d336afc7" providerId="LiveId" clId="{80B47866-980E-40C2-BBCC-13BB7389C122}" dt="2025-10-25T04:46:22.052" v="2034" actId="207"/>
          <ac:spMkLst>
            <pc:docMk/>
            <pc:sldMk cId="1371425223" sldId="261"/>
            <ac:spMk id="2" creationId="{5E304071-FBAC-C4F1-AFD3-92A361EE3EEE}"/>
          </ac:spMkLst>
        </pc:spChg>
        <pc:spChg chg="mod">
          <ac:chgData name="Subi Sisir" userId="12945956d336afc7" providerId="LiveId" clId="{80B47866-980E-40C2-BBCC-13BB7389C122}" dt="2025-10-25T03:09:35.753" v="1300" actId="1076"/>
          <ac:spMkLst>
            <pc:docMk/>
            <pc:sldMk cId="1371425223" sldId="261"/>
            <ac:spMk id="4" creationId="{4E12A9D4-A99F-9EE8-AC31-E2126C22A072}"/>
          </ac:spMkLst>
        </pc:spChg>
        <pc:spChg chg="mod">
          <ac:chgData name="Subi Sisir" userId="12945956d336afc7" providerId="LiveId" clId="{80B47866-980E-40C2-BBCC-13BB7389C122}" dt="2025-10-25T04:46:22.052" v="2034" actId="207"/>
          <ac:spMkLst>
            <pc:docMk/>
            <pc:sldMk cId="1371425223" sldId="261"/>
            <ac:spMk id="5" creationId="{9906DDEB-0B39-E655-827F-EE4F087CCA48}"/>
          </ac:spMkLst>
        </pc:spChg>
        <pc:spChg chg="add mod">
          <ac:chgData name="Subi Sisir" userId="12945956d336afc7" providerId="LiveId" clId="{80B47866-980E-40C2-BBCC-13BB7389C122}" dt="2025-10-25T05:03:31.045" v="2181" actId="255"/>
          <ac:spMkLst>
            <pc:docMk/>
            <pc:sldMk cId="1371425223" sldId="261"/>
            <ac:spMk id="7" creationId="{4EDF21BF-B52B-5CD4-1298-8309332541A3}"/>
          </ac:spMkLst>
        </pc:spChg>
        <pc:spChg chg="add mod">
          <ac:chgData name="Subi Sisir" userId="12945956d336afc7" providerId="LiveId" clId="{80B47866-980E-40C2-BBCC-13BB7389C122}" dt="2025-10-25T04:46:32.491" v="2038" actId="207"/>
          <ac:spMkLst>
            <pc:docMk/>
            <pc:sldMk cId="1371425223" sldId="261"/>
            <ac:spMk id="10" creationId="{78F65F84-1726-B4AE-9723-AA4F8B15AB3E}"/>
          </ac:spMkLst>
        </pc:spChg>
        <pc:spChg chg="mod">
          <ac:chgData name="Subi Sisir" userId="12945956d336afc7" providerId="LiveId" clId="{80B47866-980E-40C2-BBCC-13BB7389C122}" dt="2025-10-25T04:46:35.651" v="2039" actId="207"/>
          <ac:spMkLst>
            <pc:docMk/>
            <pc:sldMk cId="1371425223" sldId="261"/>
            <ac:spMk id="11" creationId="{1C1EBEB6-381A-470F-8244-FFD77F88FEC6}"/>
          </ac:spMkLst>
        </pc:spChg>
        <pc:spChg chg="mod ord">
          <ac:chgData name="Subi Sisir" userId="12945956d336afc7" providerId="LiveId" clId="{80B47866-980E-40C2-BBCC-13BB7389C122}" dt="2025-10-25T04:29:43.124" v="2016" actId="13822"/>
          <ac:spMkLst>
            <pc:docMk/>
            <pc:sldMk cId="1371425223" sldId="261"/>
            <ac:spMk id="12" creationId="{4C9D7A2D-9411-7580-E5AB-70AE746B93D8}"/>
          </ac:spMkLst>
        </pc:spChg>
        <pc:spChg chg="mod">
          <ac:chgData name="Subi Sisir" userId="12945956d336afc7" providerId="LiveId" clId="{80B47866-980E-40C2-BBCC-13BB7389C122}" dt="2025-10-25T04:45:57.414" v="2031" actId="207"/>
          <ac:spMkLst>
            <pc:docMk/>
            <pc:sldMk cId="1371425223" sldId="261"/>
            <ac:spMk id="13" creationId="{BF229736-1E56-8551-F6EB-1C078CAD8F2A}"/>
          </ac:spMkLst>
        </pc:spChg>
        <pc:spChg chg="add mod">
          <ac:chgData name="Subi Sisir" userId="12945956d336afc7" providerId="LiveId" clId="{80B47866-980E-40C2-BBCC-13BB7389C122}" dt="2025-10-25T04:46:09.782" v="2033" actId="13822"/>
          <ac:spMkLst>
            <pc:docMk/>
            <pc:sldMk cId="1371425223" sldId="261"/>
            <ac:spMk id="14" creationId="{28AB44CA-2DEE-93FC-71DE-B5BE01F02DD4}"/>
          </ac:spMkLst>
        </pc:spChg>
        <pc:spChg chg="add mod">
          <ac:chgData name="Subi Sisir" userId="12945956d336afc7" providerId="LiveId" clId="{80B47866-980E-40C2-BBCC-13BB7389C122}" dt="2025-10-25T03:51:18.083" v="1362" actId="20577"/>
          <ac:spMkLst>
            <pc:docMk/>
            <pc:sldMk cId="1371425223" sldId="261"/>
            <ac:spMk id="15" creationId="{6635E28A-89FC-E26C-BC0E-119F18220A6E}"/>
          </ac:spMkLst>
        </pc:spChg>
        <pc:spChg chg="add mod ord">
          <ac:chgData name="Subi Sisir" userId="12945956d336afc7" providerId="LiveId" clId="{80B47866-980E-40C2-BBCC-13BB7389C122}" dt="2025-10-25T03:56:35.966" v="1370" actId="207"/>
          <ac:spMkLst>
            <pc:docMk/>
            <pc:sldMk cId="1371425223" sldId="261"/>
            <ac:spMk id="17" creationId="{35761153-49E6-DF56-BD16-F43970B9D12D}"/>
          </ac:spMkLst>
        </pc:spChg>
        <pc:spChg chg="add mod">
          <ac:chgData name="Subi Sisir" userId="12945956d336afc7" providerId="LiveId" clId="{80B47866-980E-40C2-BBCC-13BB7389C122}" dt="2025-10-25T04:01:33.556" v="1405" actId="1076"/>
          <ac:spMkLst>
            <pc:docMk/>
            <pc:sldMk cId="1371425223" sldId="261"/>
            <ac:spMk id="19" creationId="{1E2805E0-065F-34A3-15EE-540BB0462684}"/>
          </ac:spMkLst>
        </pc:spChg>
        <pc:spChg chg="add mod">
          <ac:chgData name="Subi Sisir" userId="12945956d336afc7" providerId="LiveId" clId="{80B47866-980E-40C2-BBCC-13BB7389C122}" dt="2025-10-25T04:13:08.978" v="1414" actId="1076"/>
          <ac:spMkLst>
            <pc:docMk/>
            <pc:sldMk cId="1371425223" sldId="261"/>
            <ac:spMk id="20" creationId="{5932AE58-B8E4-7F10-C3F5-9C8FED2DF8EF}"/>
          </ac:spMkLst>
        </pc:spChg>
        <pc:spChg chg="add mod">
          <ac:chgData name="Subi Sisir" userId="12945956d336afc7" providerId="LiveId" clId="{80B47866-980E-40C2-BBCC-13BB7389C122}" dt="2025-10-25T04:20:05.459" v="1697" actId="164"/>
          <ac:spMkLst>
            <pc:docMk/>
            <pc:sldMk cId="1371425223" sldId="261"/>
            <ac:spMk id="32" creationId="{42FFAC75-BFBF-B748-35BE-29B2C2AF3F16}"/>
          </ac:spMkLst>
        </pc:spChg>
        <pc:spChg chg="add mod">
          <ac:chgData name="Subi Sisir" userId="12945956d336afc7" providerId="LiveId" clId="{80B47866-980E-40C2-BBCC-13BB7389C122}" dt="2025-10-25T04:20:05.459" v="1697" actId="164"/>
          <ac:spMkLst>
            <pc:docMk/>
            <pc:sldMk cId="1371425223" sldId="261"/>
            <ac:spMk id="36" creationId="{0D749D3E-E8FA-881D-DE5D-D3378D6B7DF2}"/>
          </ac:spMkLst>
        </pc:spChg>
        <pc:spChg chg="mod">
          <ac:chgData name="Subi Sisir" userId="12945956d336afc7" providerId="LiveId" clId="{80B47866-980E-40C2-BBCC-13BB7389C122}" dt="2025-10-25T04:20:22.734" v="1701" actId="207"/>
          <ac:spMkLst>
            <pc:docMk/>
            <pc:sldMk cId="1371425223" sldId="261"/>
            <ac:spMk id="39" creationId="{0D89E66C-8394-78FE-5703-CCE452CA23E3}"/>
          </ac:spMkLst>
        </pc:spChg>
        <pc:spChg chg="mod">
          <ac:chgData name="Subi Sisir" userId="12945956d336afc7" providerId="LiveId" clId="{80B47866-980E-40C2-BBCC-13BB7389C122}" dt="2025-10-25T04:21:40.915" v="1766" actId="20577"/>
          <ac:spMkLst>
            <pc:docMk/>
            <pc:sldMk cId="1371425223" sldId="261"/>
            <ac:spMk id="40" creationId="{27FA2ADA-5CD2-ED45-0DD8-944BA3442323}"/>
          </ac:spMkLst>
        </pc:spChg>
        <pc:spChg chg="mod">
          <ac:chgData name="Subi Sisir" userId="12945956d336afc7" providerId="LiveId" clId="{80B47866-980E-40C2-BBCC-13BB7389C122}" dt="2025-10-25T04:22:08.173" v="1770" actId="207"/>
          <ac:spMkLst>
            <pc:docMk/>
            <pc:sldMk cId="1371425223" sldId="261"/>
            <ac:spMk id="42" creationId="{20D07274-5789-6FC1-D974-D709592F4128}"/>
          </ac:spMkLst>
        </pc:spChg>
        <pc:spChg chg="mod">
          <ac:chgData name="Subi Sisir" userId="12945956d336afc7" providerId="LiveId" clId="{80B47866-980E-40C2-BBCC-13BB7389C122}" dt="2025-10-25T04:25:31.581" v="1849" actId="1076"/>
          <ac:spMkLst>
            <pc:docMk/>
            <pc:sldMk cId="1371425223" sldId="261"/>
            <ac:spMk id="43" creationId="{0A2F038B-7DE1-0B41-A222-F779EAC61FB5}"/>
          </ac:spMkLst>
        </pc:spChg>
        <pc:spChg chg="add mod">
          <ac:chgData name="Subi Sisir" userId="12945956d336afc7" providerId="LiveId" clId="{80B47866-980E-40C2-BBCC-13BB7389C122}" dt="2025-10-25T05:03:07.012" v="2180" actId="1076"/>
          <ac:spMkLst>
            <pc:docMk/>
            <pc:sldMk cId="1371425223" sldId="261"/>
            <ac:spMk id="44" creationId="{E2653EB1-B917-8694-0DC3-CB3EB11F9CD9}"/>
          </ac:spMkLst>
        </pc:spChg>
        <pc:grpChg chg="add mod">
          <ac:chgData name="Subi Sisir" userId="12945956d336afc7" providerId="LiveId" clId="{80B47866-980E-40C2-BBCC-13BB7389C122}" dt="2025-10-25T04:46:22.052" v="2034" actId="207"/>
          <ac:grpSpMkLst>
            <pc:docMk/>
            <pc:sldMk cId="1371425223" sldId="261"/>
            <ac:grpSpMk id="3" creationId="{24E83A66-F0E0-9B27-A27A-C20E05D117AB}"/>
          </ac:grpSpMkLst>
        </pc:grpChg>
        <pc:grpChg chg="add mod">
          <ac:chgData name="Subi Sisir" userId="12945956d336afc7" providerId="LiveId" clId="{80B47866-980E-40C2-BBCC-13BB7389C122}" dt="2025-10-25T04:27:42.201" v="1917" actId="1076"/>
          <ac:grpSpMkLst>
            <pc:docMk/>
            <pc:sldMk cId="1371425223" sldId="261"/>
            <ac:grpSpMk id="37" creationId="{AD3A2148-C329-BEFE-1596-52E15B79D590}"/>
          </ac:grpSpMkLst>
        </pc:grpChg>
        <pc:grpChg chg="add mod">
          <ac:chgData name="Subi Sisir" userId="12945956d336afc7" providerId="LiveId" clId="{80B47866-980E-40C2-BBCC-13BB7389C122}" dt="2025-10-25T04:26:32.891" v="1910" actId="1076"/>
          <ac:grpSpMkLst>
            <pc:docMk/>
            <pc:sldMk cId="1371425223" sldId="261"/>
            <ac:grpSpMk id="38" creationId="{F403B647-E515-AD23-5A23-3B4329193792}"/>
          </ac:grpSpMkLst>
        </pc:grpChg>
        <pc:grpChg chg="add mod">
          <ac:chgData name="Subi Sisir" userId="12945956d336afc7" providerId="LiveId" clId="{80B47866-980E-40C2-BBCC-13BB7389C122}" dt="2025-10-25T04:26:28.256" v="1909" actId="1076"/>
          <ac:grpSpMkLst>
            <pc:docMk/>
            <pc:sldMk cId="1371425223" sldId="261"/>
            <ac:grpSpMk id="41" creationId="{E4033A4C-E5C7-1E35-7F8C-D6EA25E4D407}"/>
          </ac:grpSpMkLst>
        </pc:grpChg>
      </pc:sldChg>
      <pc:sldChg chg="addSp delSp modSp mod">
        <pc:chgData name="Subi Sisir" userId="12945956d336afc7" providerId="LiveId" clId="{80B47866-980E-40C2-BBCC-13BB7389C122}" dt="2025-10-25T05:09:34.801" v="2203" actId="255"/>
        <pc:sldMkLst>
          <pc:docMk/>
          <pc:sldMk cId="3710682521" sldId="262"/>
        </pc:sldMkLst>
        <pc:spChg chg="add mod">
          <ac:chgData name="Subi Sisir" userId="12945956d336afc7" providerId="LiveId" clId="{80B47866-980E-40C2-BBCC-13BB7389C122}" dt="2025-10-25T04:53:31.373" v="2085"/>
          <ac:spMkLst>
            <pc:docMk/>
            <pc:sldMk cId="3710682521" sldId="262"/>
            <ac:spMk id="3" creationId="{125EE7D7-B921-3BC6-1F64-690F08B852F5}"/>
          </ac:spMkLst>
        </pc:spChg>
        <pc:spChg chg="mod">
          <ac:chgData name="Subi Sisir" userId="12945956d336afc7" providerId="LiveId" clId="{80B47866-980E-40C2-BBCC-13BB7389C122}" dt="2025-10-25T05:02:27.542" v="2178" actId="20577"/>
          <ac:spMkLst>
            <pc:docMk/>
            <pc:sldMk cId="3710682521" sldId="262"/>
            <ac:spMk id="4" creationId="{4E12A9D4-A99F-9EE8-AC31-E2126C22A072}"/>
          </ac:spMkLst>
        </pc:spChg>
        <pc:spChg chg="add mod">
          <ac:chgData name="Subi Sisir" userId="12945956d336afc7" providerId="LiveId" clId="{80B47866-980E-40C2-BBCC-13BB7389C122}" dt="2025-10-25T05:09:01.419" v="2198" actId="255"/>
          <ac:spMkLst>
            <pc:docMk/>
            <pc:sldMk cId="3710682521" sldId="262"/>
            <ac:spMk id="5" creationId="{A699427F-FFEA-D91F-66C1-BA8DF483BBB6}"/>
          </ac:spMkLst>
        </pc:spChg>
        <pc:spChg chg="mod">
          <ac:chgData name="Subi Sisir" userId="12945956d336afc7" providerId="LiveId" clId="{80B47866-980E-40C2-BBCC-13BB7389C122}" dt="2025-10-25T04:52:54.371" v="2079"/>
          <ac:spMkLst>
            <pc:docMk/>
            <pc:sldMk cId="3710682521" sldId="262"/>
            <ac:spMk id="16" creationId="{72E26C95-3513-2E08-520A-0E6D5F9F9CB8}"/>
          </ac:spMkLst>
        </pc:spChg>
        <pc:spChg chg="mod">
          <ac:chgData name="Subi Sisir" userId="12945956d336afc7" providerId="LiveId" clId="{80B47866-980E-40C2-BBCC-13BB7389C122}" dt="2025-10-25T05:09:07.364" v="2199" actId="255"/>
          <ac:spMkLst>
            <pc:docMk/>
            <pc:sldMk cId="3710682521" sldId="262"/>
            <ac:spMk id="17" creationId="{43E14D5A-C906-CEAB-4E39-0222A781572B}"/>
          </ac:spMkLst>
        </pc:spChg>
        <pc:spChg chg="mod">
          <ac:chgData name="Subi Sisir" userId="12945956d336afc7" providerId="LiveId" clId="{80B47866-980E-40C2-BBCC-13BB7389C122}" dt="2025-10-25T04:55:04.686" v="2091"/>
          <ac:spMkLst>
            <pc:docMk/>
            <pc:sldMk cId="3710682521" sldId="262"/>
            <ac:spMk id="23" creationId="{8F384A65-C5F4-85FB-4D8C-33D7100C5A43}"/>
          </ac:spMkLst>
        </pc:spChg>
        <pc:spChg chg="mod">
          <ac:chgData name="Subi Sisir" userId="12945956d336afc7" providerId="LiveId" clId="{80B47866-980E-40C2-BBCC-13BB7389C122}" dt="2025-10-25T05:09:13.474" v="2200" actId="255"/>
          <ac:spMkLst>
            <pc:docMk/>
            <pc:sldMk cId="3710682521" sldId="262"/>
            <ac:spMk id="24" creationId="{24C8CE87-5833-FCC6-1950-B2F69D5A9924}"/>
          </ac:spMkLst>
        </pc:spChg>
        <pc:spChg chg="mod">
          <ac:chgData name="Subi Sisir" userId="12945956d336afc7" providerId="LiveId" clId="{80B47866-980E-40C2-BBCC-13BB7389C122}" dt="2025-10-25T04:58:15.754" v="2106"/>
          <ac:spMkLst>
            <pc:docMk/>
            <pc:sldMk cId="3710682521" sldId="262"/>
            <ac:spMk id="26" creationId="{7B40A194-C0E6-8DFF-24EC-CB3BF399B3CA}"/>
          </ac:spMkLst>
        </pc:spChg>
        <pc:spChg chg="mod">
          <ac:chgData name="Subi Sisir" userId="12945956d336afc7" providerId="LiveId" clId="{80B47866-980E-40C2-BBCC-13BB7389C122}" dt="2025-10-25T05:09:34.801" v="2203" actId="255"/>
          <ac:spMkLst>
            <pc:docMk/>
            <pc:sldMk cId="3710682521" sldId="262"/>
            <ac:spMk id="27" creationId="{7AE6590A-66DD-B480-F245-07C2284CFF74}"/>
          </ac:spMkLst>
        </pc:spChg>
        <pc:spChg chg="mod">
          <ac:chgData name="Subi Sisir" userId="12945956d336afc7" providerId="LiveId" clId="{80B47866-980E-40C2-BBCC-13BB7389C122}" dt="2025-10-25T05:01:35.411" v="2146"/>
          <ac:spMkLst>
            <pc:docMk/>
            <pc:sldMk cId="3710682521" sldId="262"/>
            <ac:spMk id="29" creationId="{ACFC3387-7EA6-B796-9F0E-069A0AFED381}"/>
          </ac:spMkLst>
        </pc:spChg>
        <pc:spChg chg="mod">
          <ac:chgData name="Subi Sisir" userId="12945956d336afc7" providerId="LiveId" clId="{80B47866-980E-40C2-BBCC-13BB7389C122}" dt="2025-10-25T05:09:25.796" v="2202" actId="255"/>
          <ac:spMkLst>
            <pc:docMk/>
            <pc:sldMk cId="3710682521" sldId="262"/>
            <ac:spMk id="30" creationId="{0E3D1165-AD92-14A0-C71B-8D39F365FE2F}"/>
          </ac:spMkLst>
        </pc:spChg>
        <pc:grpChg chg="add mod">
          <ac:chgData name="Subi Sisir" userId="12945956d336afc7" providerId="LiveId" clId="{80B47866-980E-40C2-BBCC-13BB7389C122}" dt="2025-10-25T05:00:30.596" v="2141" actId="1076"/>
          <ac:grpSpMkLst>
            <pc:docMk/>
            <pc:sldMk cId="3710682521" sldId="262"/>
            <ac:grpSpMk id="7" creationId="{2C43D6D1-BA90-1C76-9C66-9A254B090FAE}"/>
          </ac:grpSpMkLst>
        </pc:grpChg>
        <pc:grpChg chg="add mod">
          <ac:chgData name="Subi Sisir" userId="12945956d336afc7" providerId="LiveId" clId="{80B47866-980E-40C2-BBCC-13BB7389C122}" dt="2025-10-25T05:00:38.201" v="2142" actId="1076"/>
          <ac:grpSpMkLst>
            <pc:docMk/>
            <pc:sldMk cId="3710682521" sldId="262"/>
            <ac:grpSpMk id="9" creationId="{BF9ADC03-0DFE-7F20-A3DC-62F28FFC8A05}"/>
          </ac:grpSpMkLst>
        </pc:grpChg>
        <pc:grpChg chg="add mod">
          <ac:chgData name="Subi Sisir" userId="12945956d336afc7" providerId="LiveId" clId="{80B47866-980E-40C2-BBCC-13BB7389C122}" dt="2025-10-25T05:00:46.775" v="2143" actId="1076"/>
          <ac:grpSpMkLst>
            <pc:docMk/>
            <pc:sldMk cId="3710682521" sldId="262"/>
            <ac:grpSpMk id="22" creationId="{ACE1FA65-118C-F1CC-B6BD-624EFC923021}"/>
          </ac:grpSpMkLst>
        </pc:grpChg>
        <pc:grpChg chg="add mod">
          <ac:chgData name="Subi Sisir" userId="12945956d336afc7" providerId="LiveId" clId="{80B47866-980E-40C2-BBCC-13BB7389C122}" dt="2025-10-25T05:00:54.999" v="2144" actId="1076"/>
          <ac:grpSpMkLst>
            <pc:docMk/>
            <pc:sldMk cId="3710682521" sldId="262"/>
            <ac:grpSpMk id="25" creationId="{7EC4F86F-3EBC-BE59-C50B-25940CBED31F}"/>
          </ac:grpSpMkLst>
        </pc:grpChg>
        <pc:grpChg chg="add mod">
          <ac:chgData name="Subi Sisir" userId="12945956d336afc7" providerId="LiveId" clId="{80B47866-980E-40C2-BBCC-13BB7389C122}" dt="2025-10-25T05:01:35.411" v="2146"/>
          <ac:grpSpMkLst>
            <pc:docMk/>
            <pc:sldMk cId="3710682521" sldId="262"/>
            <ac:grpSpMk id="28" creationId="{6092A471-6E58-6EDE-7E8B-700264D79581}"/>
          </ac:grpSpMkLst>
        </pc:grpChg>
      </pc:sldChg>
      <pc:sldChg chg="del">
        <pc:chgData name="Subi Sisir" userId="12945956d336afc7" providerId="LiveId" clId="{80B47866-980E-40C2-BBCC-13BB7389C122}" dt="2025-10-24T06:17:08.238" v="1150" actId="47"/>
        <pc:sldMkLst>
          <pc:docMk/>
          <pc:sldMk cId="3399494712" sldId="263"/>
        </pc:sldMkLst>
      </pc:sldChg>
      <pc:sldChg chg="del">
        <pc:chgData name="Subi Sisir" userId="12945956d336afc7" providerId="LiveId" clId="{80B47866-980E-40C2-BBCC-13BB7389C122}" dt="2025-10-24T06:17:11.718" v="1151" actId="47"/>
        <pc:sldMkLst>
          <pc:docMk/>
          <pc:sldMk cId="901375315" sldId="264"/>
        </pc:sldMkLst>
      </pc:sldChg>
      <pc:sldChg chg="del">
        <pc:chgData name="Subi Sisir" userId="12945956d336afc7" providerId="LiveId" clId="{80B47866-980E-40C2-BBCC-13BB7389C122}" dt="2025-10-24T06:22:11.677" v="1198" actId="47"/>
        <pc:sldMkLst>
          <pc:docMk/>
          <pc:sldMk cId="823292120" sldId="265"/>
        </pc:sldMkLst>
      </pc:sldChg>
      <pc:sldChg chg="addSp delSp modSp add del mod">
        <pc:chgData name="Subi Sisir" userId="12945956d336afc7" providerId="LiveId" clId="{80B47866-980E-40C2-BBCC-13BB7389C122}" dt="2025-10-25T05:10:08.384" v="2205" actId="1076"/>
        <pc:sldMkLst>
          <pc:docMk/>
          <pc:sldMk cId="154238124" sldId="267"/>
        </pc:sldMkLst>
        <pc:spChg chg="mod">
          <ac:chgData name="Subi Sisir" userId="12945956d336afc7" providerId="LiveId" clId="{80B47866-980E-40C2-BBCC-13BB7389C122}" dt="2025-10-24T06:17:55.631" v="1177" actId="6549"/>
          <ac:spMkLst>
            <pc:docMk/>
            <pc:sldMk cId="154238124" sldId="267"/>
            <ac:spMk id="3" creationId="{5F84855D-1B9B-81A9-A236-930F0065ECFD}"/>
          </ac:spMkLst>
        </pc:spChg>
        <pc:spChg chg="mod">
          <ac:chgData name="Subi Sisir" userId="12945956d336afc7" providerId="LiveId" clId="{80B47866-980E-40C2-BBCC-13BB7389C122}" dt="2025-10-25T05:10:03.134" v="2204" actId="164"/>
          <ac:spMkLst>
            <pc:docMk/>
            <pc:sldMk cId="154238124" sldId="267"/>
            <ac:spMk id="12" creationId="{C81FB0C8-6A57-B425-EAC6-C4E1D4CF1B6B}"/>
          </ac:spMkLst>
        </pc:spChg>
        <pc:spChg chg="mod">
          <ac:chgData name="Subi Sisir" userId="12945956d336afc7" providerId="LiveId" clId="{80B47866-980E-40C2-BBCC-13BB7389C122}" dt="2025-10-25T05:10:03.134" v="2204" actId="164"/>
          <ac:spMkLst>
            <pc:docMk/>
            <pc:sldMk cId="154238124" sldId="267"/>
            <ac:spMk id="17" creationId="{B9201399-A698-483D-264C-500D20FC24B1}"/>
          </ac:spMkLst>
        </pc:spChg>
        <pc:grpChg chg="add mod">
          <ac:chgData name="Subi Sisir" userId="12945956d336afc7" providerId="LiveId" clId="{80B47866-980E-40C2-BBCC-13BB7389C122}" dt="2025-10-25T05:10:08.384" v="2205" actId="1076"/>
          <ac:grpSpMkLst>
            <pc:docMk/>
            <pc:sldMk cId="154238124" sldId="267"/>
            <ac:grpSpMk id="2" creationId="{B28DDCE3-6CD0-08C4-7E2C-A47D160A0E31}"/>
          </ac:grpSpMkLst>
        </pc:grpChg>
      </pc:sldChg>
      <pc:sldChg chg="addSp delSp modSp mod">
        <pc:chgData name="Subi Sisir" userId="12945956d336afc7" providerId="LiveId" clId="{80B47866-980E-40C2-BBCC-13BB7389C122}" dt="2025-10-24T06:23:38.499" v="1239" actId="1076"/>
        <pc:sldMkLst>
          <pc:docMk/>
          <pc:sldMk cId="521172588" sldId="268"/>
        </pc:sldMkLst>
        <pc:spChg chg="mod">
          <ac:chgData name="Subi Sisir" userId="12945956d336afc7" providerId="LiveId" clId="{80B47866-980E-40C2-BBCC-13BB7389C122}" dt="2025-10-24T06:22:35.749" v="1223" actId="20577"/>
          <ac:spMkLst>
            <pc:docMk/>
            <pc:sldMk cId="521172588" sldId="268"/>
            <ac:spMk id="5" creationId="{5270A279-552E-48F4-76E4-A7A507BF7BE0}"/>
          </ac:spMkLst>
        </pc:spChg>
        <pc:picChg chg="add mod">
          <ac:chgData name="Subi Sisir" userId="12945956d336afc7" providerId="LiveId" clId="{80B47866-980E-40C2-BBCC-13BB7389C122}" dt="2025-10-24T06:23:38.499" v="1239" actId="1076"/>
          <ac:picMkLst>
            <pc:docMk/>
            <pc:sldMk cId="521172588" sldId="268"/>
            <ac:picMk id="11" creationId="{EAF190B2-9E1B-5938-EA0B-4BAB8BB6DCF4}"/>
          </ac:picMkLst>
        </pc:picChg>
      </pc:sldChg>
      <pc:sldChg chg="del">
        <pc:chgData name="Subi Sisir" userId="12945956d336afc7" providerId="LiveId" clId="{80B47866-980E-40C2-BBCC-13BB7389C122}" dt="2025-10-24T06:16:38.130" v="1148" actId="2696"/>
        <pc:sldMkLst>
          <pc:docMk/>
          <pc:sldMk cId="0" sldId="269"/>
        </pc:sldMkLst>
      </pc:sldChg>
      <pc:sldChg chg="del">
        <pc:chgData name="Subi Sisir" userId="12945956d336afc7" providerId="LiveId" clId="{80B47866-980E-40C2-BBCC-13BB7389C122}" dt="2025-10-24T06:16:42.584" v="1149" actId="2696"/>
        <pc:sldMkLst>
          <pc:docMk/>
          <pc:sldMk cId="0" sldId="270"/>
        </pc:sldMkLst>
      </pc:sldChg>
      <pc:sldChg chg="addSp delSp modSp add mod">
        <pc:chgData name="Subi Sisir" userId="12945956d336afc7" providerId="LiveId" clId="{80B47866-980E-40C2-BBCC-13BB7389C122}" dt="2025-10-24T04:49:30.614" v="470" actId="1076"/>
        <pc:sldMkLst>
          <pc:docMk/>
          <pc:sldMk cId="4234829587" sldId="271"/>
        </pc:sldMkLst>
        <pc:spChg chg="mod">
          <ac:chgData name="Subi Sisir" userId="12945956d336afc7" providerId="LiveId" clId="{80B47866-980E-40C2-BBCC-13BB7389C122}" dt="2025-10-24T04:49:30.614" v="470" actId="1076"/>
          <ac:spMkLst>
            <pc:docMk/>
            <pc:sldMk cId="4234829587" sldId="271"/>
            <ac:spMk id="5" creationId="{F115C964-B3F1-45AA-A6E0-BB28F34DC9E6}"/>
          </ac:spMkLst>
        </pc:spChg>
        <pc:spChg chg="add mod">
          <ac:chgData name="Subi Sisir" userId="12945956d336afc7" providerId="LiveId" clId="{80B47866-980E-40C2-BBCC-13BB7389C122}" dt="2025-10-24T04:43:23.564" v="230" actId="164"/>
          <ac:spMkLst>
            <pc:docMk/>
            <pc:sldMk cId="4234829587" sldId="271"/>
            <ac:spMk id="9" creationId="{306A847B-44F2-2B25-12E3-87DADC418582}"/>
          </ac:spMkLst>
        </pc:spChg>
        <pc:spChg chg="mod">
          <ac:chgData name="Subi Sisir" userId="12945956d336afc7" providerId="LiveId" clId="{80B47866-980E-40C2-BBCC-13BB7389C122}" dt="2025-10-24T04:44:37.990" v="273" actId="14826"/>
          <ac:spMkLst>
            <pc:docMk/>
            <pc:sldMk cId="4234829587" sldId="271"/>
            <ac:spMk id="16" creationId="{3BB664EB-37DD-C6EF-0C41-824E14747277}"/>
          </ac:spMkLst>
        </pc:spChg>
        <pc:spChg chg="mod">
          <ac:chgData name="Subi Sisir" userId="12945956d336afc7" providerId="LiveId" clId="{80B47866-980E-40C2-BBCC-13BB7389C122}" dt="2025-10-24T04:45:11.363" v="294" actId="20577"/>
          <ac:spMkLst>
            <pc:docMk/>
            <pc:sldMk cId="4234829587" sldId="271"/>
            <ac:spMk id="19" creationId="{06B18784-859C-D8E3-3F90-F745213D770B}"/>
          </ac:spMkLst>
        </pc:spChg>
        <pc:spChg chg="mod">
          <ac:chgData name="Subi Sisir" userId="12945956d336afc7" providerId="LiveId" clId="{80B47866-980E-40C2-BBCC-13BB7389C122}" dt="2025-10-24T04:46:31.600" v="328" actId="20577"/>
          <ac:spMkLst>
            <pc:docMk/>
            <pc:sldMk cId="4234829587" sldId="271"/>
            <ac:spMk id="22" creationId="{296BE40E-D20D-A035-E2D7-38838051E45E}"/>
          </ac:spMkLst>
        </pc:spChg>
        <pc:spChg chg="mod">
          <ac:chgData name="Subi Sisir" userId="12945956d336afc7" providerId="LiveId" clId="{80B47866-980E-40C2-BBCC-13BB7389C122}" dt="2025-10-24T04:47:09.940" v="357" actId="20577"/>
          <ac:spMkLst>
            <pc:docMk/>
            <pc:sldMk cId="4234829587" sldId="271"/>
            <ac:spMk id="25" creationId="{D940BF45-8465-CAE4-7F64-192E7C56AF4C}"/>
          </ac:spMkLst>
        </pc:spChg>
        <pc:spChg chg="mod">
          <ac:chgData name="Subi Sisir" userId="12945956d336afc7" providerId="LiveId" clId="{80B47866-980E-40C2-BBCC-13BB7389C122}" dt="2025-10-24T04:48:33.937" v="415" actId="6549"/>
          <ac:spMkLst>
            <pc:docMk/>
            <pc:sldMk cId="4234829587" sldId="271"/>
            <ac:spMk id="28" creationId="{CC75FACA-8A99-113A-EF13-96F3CA225693}"/>
          </ac:spMkLst>
        </pc:spChg>
        <pc:spChg chg="mod">
          <ac:chgData name="Subi Sisir" userId="12945956d336afc7" providerId="LiveId" clId="{80B47866-980E-40C2-BBCC-13BB7389C122}" dt="2025-10-24T04:49:22.343" v="469" actId="6549"/>
          <ac:spMkLst>
            <pc:docMk/>
            <pc:sldMk cId="4234829587" sldId="271"/>
            <ac:spMk id="31" creationId="{00627353-53B6-4656-AFA0-87B7FC7420AB}"/>
          </ac:spMkLst>
        </pc:spChg>
        <pc:grpChg chg="add mod">
          <ac:chgData name="Subi Sisir" userId="12945956d336afc7" providerId="LiveId" clId="{80B47866-980E-40C2-BBCC-13BB7389C122}" dt="2025-10-24T04:45:18.808" v="295" actId="1076"/>
          <ac:grpSpMkLst>
            <pc:docMk/>
            <pc:sldMk cId="4234829587" sldId="271"/>
            <ac:grpSpMk id="13" creationId="{8E649618-6C51-B302-15D5-71770B2A6156}"/>
          </ac:grpSpMkLst>
        </pc:grpChg>
        <pc:grpChg chg="add mod">
          <ac:chgData name="Subi Sisir" userId="12945956d336afc7" providerId="LiveId" clId="{80B47866-980E-40C2-BBCC-13BB7389C122}" dt="2025-10-24T04:45:21.780" v="296" actId="1076"/>
          <ac:grpSpMkLst>
            <pc:docMk/>
            <pc:sldMk cId="4234829587" sldId="271"/>
            <ac:grpSpMk id="15" creationId="{3B72414C-4165-C1A7-B6DC-82D22F1815A0}"/>
          </ac:grpSpMkLst>
        </pc:grpChg>
        <pc:grpChg chg="add mod">
          <ac:chgData name="Subi Sisir" userId="12945956d336afc7" providerId="LiveId" clId="{80B47866-980E-40C2-BBCC-13BB7389C122}" dt="2025-10-24T04:45:35.017" v="298" actId="1076"/>
          <ac:grpSpMkLst>
            <pc:docMk/>
            <pc:sldMk cId="4234829587" sldId="271"/>
            <ac:grpSpMk id="18" creationId="{559B1F33-8590-F713-DB6B-A2CFDA1F162B}"/>
          </ac:grpSpMkLst>
        </pc:grpChg>
        <pc:grpChg chg="add mod">
          <ac:chgData name="Subi Sisir" userId="12945956d336afc7" providerId="LiveId" clId="{80B47866-980E-40C2-BBCC-13BB7389C122}" dt="2025-10-24T04:47:40.159" v="358" actId="1076"/>
          <ac:grpSpMkLst>
            <pc:docMk/>
            <pc:sldMk cId="4234829587" sldId="271"/>
            <ac:grpSpMk id="21" creationId="{457F73F9-0374-F53B-107F-82624046D480}"/>
          </ac:grpSpMkLst>
        </pc:grpChg>
        <pc:grpChg chg="add mod">
          <ac:chgData name="Subi Sisir" userId="12945956d336afc7" providerId="LiveId" clId="{80B47866-980E-40C2-BBCC-13BB7389C122}" dt="2025-10-24T04:47:44.997" v="359" actId="1076"/>
          <ac:grpSpMkLst>
            <pc:docMk/>
            <pc:sldMk cId="4234829587" sldId="271"/>
            <ac:grpSpMk id="24" creationId="{F9100731-B6F9-5722-35D7-A2991C0CE75E}"/>
          </ac:grpSpMkLst>
        </pc:grpChg>
        <pc:grpChg chg="add mod">
          <ac:chgData name="Subi Sisir" userId="12945956d336afc7" providerId="LiveId" clId="{80B47866-980E-40C2-BBCC-13BB7389C122}" dt="2025-10-24T04:48:09.766" v="362"/>
          <ac:grpSpMkLst>
            <pc:docMk/>
            <pc:sldMk cId="4234829587" sldId="271"/>
            <ac:grpSpMk id="27" creationId="{C1472803-1E45-974B-D570-5824537E76BD}"/>
          </ac:grpSpMkLst>
        </pc:grpChg>
        <pc:grpChg chg="add mod">
          <ac:chgData name="Subi Sisir" userId="12945956d336afc7" providerId="LiveId" clId="{80B47866-980E-40C2-BBCC-13BB7389C122}" dt="2025-10-24T04:49:01.698" v="418"/>
          <ac:grpSpMkLst>
            <pc:docMk/>
            <pc:sldMk cId="4234829587" sldId="271"/>
            <ac:grpSpMk id="30" creationId="{BB3BCCC5-D20F-1C36-C678-C205EDE2CBA8}"/>
          </ac:grpSpMkLst>
        </pc:grpChg>
        <pc:picChg chg="add mod">
          <ac:chgData name="Subi Sisir" userId="12945956d336afc7" providerId="LiveId" clId="{80B47866-980E-40C2-BBCC-13BB7389C122}" dt="2025-10-24T04:35:49.007" v="158" actId="1076"/>
          <ac:picMkLst>
            <pc:docMk/>
            <pc:sldMk cId="4234829587" sldId="271"/>
            <ac:picMk id="2" creationId="{371B7366-F9B9-3F9E-CA22-8BDE706F712A}"/>
          </ac:picMkLst>
        </pc:picChg>
        <pc:picChg chg="add mod">
          <ac:chgData name="Subi Sisir" userId="12945956d336afc7" providerId="LiveId" clId="{80B47866-980E-40C2-BBCC-13BB7389C122}" dt="2025-10-24T04:36:02.301" v="162" actId="1076"/>
          <ac:picMkLst>
            <pc:docMk/>
            <pc:sldMk cId="4234829587" sldId="271"/>
            <ac:picMk id="3" creationId="{717CB7E8-569B-18BD-432A-6D82FBC8EBB5}"/>
          </ac:picMkLst>
        </pc:picChg>
        <pc:picChg chg="add mod">
          <ac:chgData name="Subi Sisir" userId="12945956d336afc7" providerId="LiveId" clId="{80B47866-980E-40C2-BBCC-13BB7389C122}" dt="2025-10-24T04:43:23.564" v="230" actId="164"/>
          <ac:picMkLst>
            <pc:docMk/>
            <pc:sldMk cId="4234829587" sldId="271"/>
            <ac:picMk id="11" creationId="{EE42E6CD-1CD0-79AC-BE91-CB96A372F760}"/>
          </ac:picMkLst>
        </pc:picChg>
        <pc:picChg chg="mod">
          <ac:chgData name="Subi Sisir" userId="12945956d336afc7" providerId="LiveId" clId="{80B47866-980E-40C2-BBCC-13BB7389C122}" dt="2025-10-24T04:35:44.905" v="157" actId="1076"/>
          <ac:picMkLst>
            <pc:docMk/>
            <pc:sldMk cId="4234829587" sldId="271"/>
            <ac:picMk id="12" creationId="{E91B7174-D46B-22B3-23EE-521D96E14B4C}"/>
          </ac:picMkLst>
        </pc:picChg>
        <pc:picChg chg="mod">
          <ac:chgData name="Subi Sisir" userId="12945956d336afc7" providerId="LiveId" clId="{80B47866-980E-40C2-BBCC-13BB7389C122}" dt="2025-10-24T04:44:37.990" v="273" actId="14826"/>
          <ac:picMkLst>
            <pc:docMk/>
            <pc:sldMk cId="4234829587" sldId="271"/>
            <ac:picMk id="17" creationId="{05CEB721-48E8-FDAA-83A9-038945AB4981}"/>
          </ac:picMkLst>
        </pc:picChg>
        <pc:picChg chg="mod">
          <ac:chgData name="Subi Sisir" userId="12945956d336afc7" providerId="LiveId" clId="{80B47866-980E-40C2-BBCC-13BB7389C122}" dt="2025-10-24T04:44:58.397" v="274"/>
          <ac:picMkLst>
            <pc:docMk/>
            <pc:sldMk cId="4234829587" sldId="271"/>
            <ac:picMk id="20" creationId="{533C3473-D30A-184B-49FC-989C9C4E84DF}"/>
          </ac:picMkLst>
        </pc:picChg>
        <pc:picChg chg="mod">
          <ac:chgData name="Subi Sisir" userId="12945956d336afc7" providerId="LiveId" clId="{80B47866-980E-40C2-BBCC-13BB7389C122}" dt="2025-10-24T04:46:06.153" v="299"/>
          <ac:picMkLst>
            <pc:docMk/>
            <pc:sldMk cId="4234829587" sldId="271"/>
            <ac:picMk id="23" creationId="{E524E35C-808C-C76C-F170-35F1A836F860}"/>
          </ac:picMkLst>
        </pc:picChg>
        <pc:picChg chg="mod">
          <ac:chgData name="Subi Sisir" userId="12945956d336afc7" providerId="LiveId" clId="{80B47866-980E-40C2-BBCC-13BB7389C122}" dt="2025-10-24T04:46:53.601" v="329"/>
          <ac:picMkLst>
            <pc:docMk/>
            <pc:sldMk cId="4234829587" sldId="271"/>
            <ac:picMk id="26" creationId="{F72A232E-B3FA-B723-8E07-411179CF9E12}"/>
          </ac:picMkLst>
        </pc:picChg>
        <pc:picChg chg="mod">
          <ac:chgData name="Subi Sisir" userId="12945956d336afc7" providerId="LiveId" clId="{80B47866-980E-40C2-BBCC-13BB7389C122}" dt="2025-10-24T04:48:09.766" v="362"/>
          <ac:picMkLst>
            <pc:docMk/>
            <pc:sldMk cId="4234829587" sldId="271"/>
            <ac:picMk id="29" creationId="{012E6871-3914-902C-753C-20D4BCA3FD47}"/>
          </ac:picMkLst>
        </pc:picChg>
        <pc:picChg chg="mod">
          <ac:chgData name="Subi Sisir" userId="12945956d336afc7" providerId="LiveId" clId="{80B47866-980E-40C2-BBCC-13BB7389C122}" dt="2025-10-24T04:49:01.698" v="418"/>
          <ac:picMkLst>
            <pc:docMk/>
            <pc:sldMk cId="4234829587" sldId="271"/>
            <ac:picMk id="36" creationId="{BB831C36-3F0C-2646-F47D-2FCD74772826}"/>
          </ac:picMkLst>
        </pc:picChg>
      </pc:sldChg>
      <pc:sldChg chg="addSp delSp modSp add mod">
        <pc:chgData name="Subi Sisir" userId="12945956d336afc7" providerId="LiveId" clId="{80B47866-980E-40C2-BBCC-13BB7389C122}" dt="2025-10-24T09:02:16.912" v="1245" actId="1440"/>
        <pc:sldMkLst>
          <pc:docMk/>
          <pc:sldMk cId="2003351412" sldId="272"/>
        </pc:sldMkLst>
        <pc:spChg chg="mod">
          <ac:chgData name="Subi Sisir" userId="12945956d336afc7" providerId="LiveId" clId="{80B47866-980E-40C2-BBCC-13BB7389C122}" dt="2025-10-24T09:01:59.308" v="1244" actId="255"/>
          <ac:spMkLst>
            <pc:docMk/>
            <pc:sldMk cId="2003351412" sldId="272"/>
            <ac:spMk id="11" creationId="{74FEABDF-2213-BF99-246A-54CAFE1A5F8D}"/>
          </ac:spMkLst>
        </pc:spChg>
        <pc:spChg chg="mod ord topLvl">
          <ac:chgData name="Subi Sisir" userId="12945956d336afc7" providerId="LiveId" clId="{80B47866-980E-40C2-BBCC-13BB7389C122}" dt="2025-10-24T05:18:07.731" v="692" actId="164"/>
          <ac:spMkLst>
            <pc:docMk/>
            <pc:sldMk cId="2003351412" sldId="272"/>
            <ac:spMk id="12" creationId="{3CB59586-B646-7F7A-B94F-74F28B748A6F}"/>
          </ac:spMkLst>
        </pc:spChg>
        <pc:spChg chg="mod topLvl">
          <ac:chgData name="Subi Sisir" userId="12945956d336afc7" providerId="LiveId" clId="{80B47866-980E-40C2-BBCC-13BB7389C122}" dt="2025-10-24T05:18:23.652" v="696" actId="1076"/>
          <ac:spMkLst>
            <pc:docMk/>
            <pc:sldMk cId="2003351412" sldId="272"/>
            <ac:spMk id="18" creationId="{D044E0DF-7E7D-8E76-9A64-8EC749B174B0}"/>
          </ac:spMkLst>
        </pc:spChg>
        <pc:grpChg chg="add mod">
          <ac:chgData name="Subi Sisir" userId="12945956d336afc7" providerId="LiveId" clId="{80B47866-980E-40C2-BBCC-13BB7389C122}" dt="2025-10-24T05:18:13.897" v="693" actId="1076"/>
          <ac:grpSpMkLst>
            <pc:docMk/>
            <pc:sldMk cId="2003351412" sldId="272"/>
            <ac:grpSpMk id="9" creationId="{DCFFC370-D640-CA54-C271-F816B1844AC7}"/>
          </ac:grpSpMkLst>
        </pc:grpChg>
        <pc:picChg chg="add mod">
          <ac:chgData name="Subi Sisir" userId="12945956d336afc7" providerId="LiveId" clId="{80B47866-980E-40C2-BBCC-13BB7389C122}" dt="2025-10-24T09:02:16.912" v="1245" actId="1440"/>
          <ac:picMkLst>
            <pc:docMk/>
            <pc:sldMk cId="2003351412" sldId="272"/>
            <ac:picMk id="7" creationId="{F05B4A4B-4920-BBD9-A6B1-30189A9DCAEE}"/>
          </ac:picMkLst>
        </pc:picChg>
      </pc:sldChg>
      <pc:sldChg chg="addSp delSp modSp add mod">
        <pc:chgData name="Subi Sisir" userId="12945956d336afc7" providerId="LiveId" clId="{80B47866-980E-40C2-BBCC-13BB7389C122}" dt="2025-10-24T05:56:37.618" v="955" actId="1076"/>
        <pc:sldMkLst>
          <pc:docMk/>
          <pc:sldMk cId="1375228082" sldId="273"/>
        </pc:sldMkLst>
        <pc:spChg chg="mod">
          <ac:chgData name="Subi Sisir" userId="12945956d336afc7" providerId="LiveId" clId="{80B47866-980E-40C2-BBCC-13BB7389C122}" dt="2025-10-24T05:53:38.034" v="917" actId="20577"/>
          <ac:spMkLst>
            <pc:docMk/>
            <pc:sldMk cId="1375228082" sldId="273"/>
            <ac:spMk id="18" creationId="{076C15BF-9C69-F30C-FB29-0E49EFDCD8ED}"/>
          </ac:spMkLst>
        </pc:spChg>
        <pc:picChg chg="add mod">
          <ac:chgData name="Subi Sisir" userId="12945956d336afc7" providerId="LiveId" clId="{80B47866-980E-40C2-BBCC-13BB7389C122}" dt="2025-10-24T05:54:18.645" v="927" actId="1076"/>
          <ac:picMkLst>
            <pc:docMk/>
            <pc:sldMk cId="1375228082" sldId="273"/>
            <ac:picMk id="3" creationId="{A76F50E9-E8C7-8B2C-A29F-A9507CBA4092}"/>
          </ac:picMkLst>
        </pc:picChg>
        <pc:picChg chg="add mod">
          <ac:chgData name="Subi Sisir" userId="12945956d336afc7" providerId="LiveId" clId="{80B47866-980E-40C2-BBCC-13BB7389C122}" dt="2025-10-24T05:56:37.618" v="955" actId="1076"/>
          <ac:picMkLst>
            <pc:docMk/>
            <pc:sldMk cId="1375228082" sldId="273"/>
            <ac:picMk id="5" creationId="{4B428ABE-2908-D608-72C9-F25F11951E79}"/>
          </ac:picMkLst>
        </pc:picChg>
      </pc:sldChg>
      <pc:sldChg chg="addSp delSp modSp add mod">
        <pc:chgData name="Subi Sisir" userId="12945956d336afc7" providerId="LiveId" clId="{80B47866-980E-40C2-BBCC-13BB7389C122}" dt="2025-10-24T09:03:02.670" v="1246" actId="14826"/>
        <pc:sldMkLst>
          <pc:docMk/>
          <pc:sldMk cId="737087364" sldId="274"/>
        </pc:sldMkLst>
        <pc:spChg chg="mod">
          <ac:chgData name="Subi Sisir" userId="12945956d336afc7" providerId="LiveId" clId="{80B47866-980E-40C2-BBCC-13BB7389C122}" dt="2025-10-24T05:58:02.964" v="963" actId="13822"/>
          <ac:spMkLst>
            <pc:docMk/>
            <pc:sldMk cId="737087364" sldId="274"/>
            <ac:spMk id="12" creationId="{98303D2F-1C5E-ACEA-1F66-9151D09C8500}"/>
          </ac:spMkLst>
        </pc:spChg>
        <pc:spChg chg="mod">
          <ac:chgData name="Subi Sisir" userId="12945956d336afc7" providerId="LiveId" clId="{80B47866-980E-40C2-BBCC-13BB7389C122}" dt="2025-10-24T05:58:02.964" v="963" actId="13822"/>
          <ac:spMkLst>
            <pc:docMk/>
            <pc:sldMk cId="737087364" sldId="274"/>
            <ac:spMk id="18" creationId="{01A1B507-FF7C-B099-5F8E-677E036AA714}"/>
          </ac:spMkLst>
        </pc:spChg>
        <pc:picChg chg="add mod">
          <ac:chgData name="Subi Sisir" userId="12945956d336afc7" providerId="LiveId" clId="{80B47866-980E-40C2-BBCC-13BB7389C122}" dt="2025-10-24T09:03:02.670" v="1246" actId="14826"/>
          <ac:picMkLst>
            <pc:docMk/>
            <pc:sldMk cId="737087364" sldId="274"/>
            <ac:picMk id="4" creationId="{3A7B502A-2D2E-2CD4-A4BD-85762B4A8D1C}"/>
          </ac:picMkLst>
        </pc:picChg>
        <pc:picChg chg="add mod">
          <ac:chgData name="Subi Sisir" userId="12945956d336afc7" providerId="LiveId" clId="{80B47866-980E-40C2-BBCC-13BB7389C122}" dt="2025-10-24T06:13:25.250" v="1092" actId="1076"/>
          <ac:picMkLst>
            <pc:docMk/>
            <pc:sldMk cId="737087364" sldId="274"/>
            <ac:picMk id="8" creationId="{0CC2F2F0-63B9-07FB-5E0C-CC5D4FB4F0BC}"/>
          </ac:picMkLst>
        </pc:picChg>
      </pc:sldChg>
      <pc:sldChg chg="addSp delSp modSp add mod">
        <pc:chgData name="Subi Sisir" userId="12945956d336afc7" providerId="LiveId" clId="{80B47866-980E-40C2-BBCC-13BB7389C122}" dt="2025-10-24T09:06:43.028" v="1258" actId="14100"/>
        <pc:sldMkLst>
          <pc:docMk/>
          <pc:sldMk cId="960194279" sldId="275"/>
        </pc:sldMkLst>
        <pc:spChg chg="mod">
          <ac:chgData name="Subi Sisir" userId="12945956d336afc7" providerId="LiveId" clId="{80B47866-980E-40C2-BBCC-13BB7389C122}" dt="2025-10-24T05:58:24.237" v="979" actId="20577"/>
          <ac:spMkLst>
            <pc:docMk/>
            <pc:sldMk cId="960194279" sldId="275"/>
            <ac:spMk id="18" creationId="{67BED87E-E40B-CD7D-CBC4-DE8CAB4A36AF}"/>
          </ac:spMkLst>
        </pc:spChg>
        <pc:picChg chg="add mod modCrop">
          <ac:chgData name="Subi Sisir" userId="12945956d336afc7" providerId="LiveId" clId="{80B47866-980E-40C2-BBCC-13BB7389C122}" dt="2025-10-24T06:08:30.038" v="1068" actId="1076"/>
          <ac:picMkLst>
            <pc:docMk/>
            <pc:sldMk cId="960194279" sldId="275"/>
            <ac:picMk id="3" creationId="{065D783E-6FBE-E8A7-4312-780F1D389D23}"/>
          </ac:picMkLst>
        </pc:picChg>
        <pc:picChg chg="add del mod modCrop">
          <ac:chgData name="Subi Sisir" userId="12945956d336afc7" providerId="LiveId" clId="{80B47866-980E-40C2-BBCC-13BB7389C122}" dt="2025-10-24T09:06:43.028" v="1258" actId="14100"/>
          <ac:picMkLst>
            <pc:docMk/>
            <pc:sldMk cId="960194279" sldId="275"/>
            <ac:picMk id="4" creationId="{42B84B39-B9EF-7DA1-DD13-1E19D90686AD}"/>
          </ac:picMkLst>
        </pc:picChg>
      </pc:sldChg>
      <pc:sldChg chg="addSp delSp modSp add mod">
        <pc:chgData name="Subi Sisir" userId="12945956d336afc7" providerId="LiveId" clId="{80B47866-980E-40C2-BBCC-13BB7389C122}" dt="2025-10-28T07:25:55.724" v="2223" actId="14100"/>
        <pc:sldMkLst>
          <pc:docMk/>
          <pc:sldMk cId="4243546878" sldId="276"/>
        </pc:sldMkLst>
        <pc:spChg chg="mod">
          <ac:chgData name="Subi Sisir" userId="12945956d336afc7" providerId="LiveId" clId="{80B47866-980E-40C2-BBCC-13BB7389C122}" dt="2025-10-24T06:02:02.615" v="1033" actId="20577"/>
          <ac:spMkLst>
            <pc:docMk/>
            <pc:sldMk cId="4243546878" sldId="276"/>
            <ac:spMk id="18" creationId="{7FFABBCE-1D14-9D44-D2E0-016113FBB831}"/>
          </ac:spMkLst>
        </pc:spChg>
        <pc:picChg chg="add mod modCrop">
          <ac:chgData name="Subi Sisir" userId="12945956d336afc7" providerId="LiveId" clId="{80B47866-980E-40C2-BBCC-13BB7389C122}" dt="2025-10-28T07:25:43.070" v="2219" actId="1076"/>
          <ac:picMkLst>
            <pc:docMk/>
            <pc:sldMk cId="4243546878" sldId="276"/>
            <ac:picMk id="3" creationId="{C7EBC259-7A0B-E986-0303-AC7FD53C83B2}"/>
          </ac:picMkLst>
        </pc:picChg>
        <pc:picChg chg="mod">
          <ac:chgData name="Subi Sisir" userId="12945956d336afc7" providerId="LiveId" clId="{80B47866-980E-40C2-BBCC-13BB7389C122}" dt="2025-10-28T07:25:55.724" v="2223" actId="14100"/>
          <ac:picMkLst>
            <pc:docMk/>
            <pc:sldMk cId="4243546878" sldId="276"/>
            <ac:picMk id="4" creationId="{F1296A30-7768-6BF1-EC66-D33CFAA3612D}"/>
          </ac:picMkLst>
        </pc:picChg>
        <pc:picChg chg="add mod">
          <ac:chgData name="Subi Sisir" userId="12945956d336afc7" providerId="LiveId" clId="{80B47866-980E-40C2-BBCC-13BB7389C122}" dt="2025-10-24T06:13:52.276" v="1099" actId="1076"/>
          <ac:picMkLst>
            <pc:docMk/>
            <pc:sldMk cId="4243546878" sldId="276"/>
            <ac:picMk id="6" creationId="{8C63C9B8-1FCC-7778-A9F6-655303C3B020}"/>
          </ac:picMkLst>
        </pc:picChg>
      </pc:sldChg>
      <pc:sldChg chg="modSp add mod">
        <pc:chgData name="Subi Sisir" userId="12945956d336afc7" providerId="LiveId" clId="{80B47866-980E-40C2-BBCC-13BB7389C122}" dt="2025-10-28T07:26:42.193" v="2230" actId="18131"/>
        <pc:sldMkLst>
          <pc:docMk/>
          <pc:sldMk cId="3220189618" sldId="277"/>
        </pc:sldMkLst>
        <pc:picChg chg="mod modCrop">
          <ac:chgData name="Subi Sisir" userId="12945956d336afc7" providerId="LiveId" clId="{80B47866-980E-40C2-BBCC-13BB7389C122}" dt="2025-10-28T07:26:42.193" v="2230" actId="18131"/>
          <ac:picMkLst>
            <pc:docMk/>
            <pc:sldMk cId="3220189618" sldId="277"/>
            <ac:picMk id="3" creationId="{1C57A57E-B4ED-C443-19DB-B4FFC3D67DCC}"/>
          </ac:picMkLst>
        </pc:picChg>
        <pc:picChg chg="mod">
          <ac:chgData name="Subi Sisir" userId="12945956d336afc7" providerId="LiveId" clId="{80B47866-980E-40C2-BBCC-13BB7389C122}" dt="2025-10-28T07:26:12.662" v="2225" actId="14826"/>
          <ac:picMkLst>
            <pc:docMk/>
            <pc:sldMk cId="3220189618" sldId="277"/>
            <ac:picMk id="4" creationId="{C9924F21-A189-A9AD-DC56-305D5360B955}"/>
          </ac:picMkLst>
        </pc:picChg>
      </pc:sldChg>
      <pc:sldChg chg="delSp modSp add mod">
        <pc:chgData name="Subi Sisir" userId="12945956d336afc7" providerId="LiveId" clId="{80B47866-980E-40C2-BBCC-13BB7389C122}" dt="2025-10-30T06:40:00.726" v="2499" actId="14100"/>
        <pc:sldMkLst>
          <pc:docMk/>
          <pc:sldMk cId="767646192" sldId="278"/>
        </pc:sldMkLst>
        <pc:spChg chg="mod">
          <ac:chgData name="Subi Sisir" userId="12945956d336afc7" providerId="LiveId" clId="{80B47866-980E-40C2-BBCC-13BB7389C122}" dt="2025-10-30T06:34:49.544" v="2369"/>
          <ac:spMkLst>
            <pc:docMk/>
            <pc:sldMk cId="767646192" sldId="278"/>
            <ac:spMk id="3" creationId="{D48F8466-39A0-A019-A95B-12F4A37E1561}"/>
          </ac:spMkLst>
        </pc:spChg>
        <pc:spChg chg="mod">
          <ac:chgData name="Subi Sisir" userId="12945956d336afc7" providerId="LiveId" clId="{80B47866-980E-40C2-BBCC-13BB7389C122}" dt="2025-10-30T06:26:41.711" v="2261" actId="20577"/>
          <ac:spMkLst>
            <pc:docMk/>
            <pc:sldMk cId="767646192" sldId="278"/>
            <ac:spMk id="4" creationId="{44AC546A-9A3D-2849-0C4D-22DCDCF57F02}"/>
          </ac:spMkLst>
        </pc:spChg>
        <pc:spChg chg="mod">
          <ac:chgData name="Subi Sisir" userId="12945956d336afc7" providerId="LiveId" clId="{80B47866-980E-40C2-BBCC-13BB7389C122}" dt="2025-10-30T06:34:54.243" v="2373" actId="6549"/>
          <ac:spMkLst>
            <pc:docMk/>
            <pc:sldMk cId="767646192" sldId="278"/>
            <ac:spMk id="5" creationId="{02E1ACE8-2311-8627-0F32-FCC539AEE2FB}"/>
          </ac:spMkLst>
        </pc:spChg>
        <pc:spChg chg="mod">
          <ac:chgData name="Subi Sisir" userId="12945956d336afc7" providerId="LiveId" clId="{80B47866-980E-40C2-BBCC-13BB7389C122}" dt="2025-10-30T06:36:30.230" v="2375"/>
          <ac:spMkLst>
            <pc:docMk/>
            <pc:sldMk cId="767646192" sldId="278"/>
            <ac:spMk id="23" creationId="{18C3DA91-D878-B90A-2C9F-51BFEB077C7F}"/>
          </ac:spMkLst>
        </pc:spChg>
        <pc:spChg chg="mod">
          <ac:chgData name="Subi Sisir" userId="12945956d336afc7" providerId="LiveId" clId="{80B47866-980E-40C2-BBCC-13BB7389C122}" dt="2025-10-30T06:39:27.186" v="2496" actId="20577"/>
          <ac:spMkLst>
            <pc:docMk/>
            <pc:sldMk cId="767646192" sldId="278"/>
            <ac:spMk id="24" creationId="{29201F21-535E-6CAF-306C-AC837E844C86}"/>
          </ac:spMkLst>
        </pc:spChg>
        <pc:grpChg chg="mod">
          <ac:chgData name="Subi Sisir" userId="12945956d336afc7" providerId="LiveId" clId="{80B47866-980E-40C2-BBCC-13BB7389C122}" dt="2025-10-30T06:34:49.544" v="2369"/>
          <ac:grpSpMkLst>
            <pc:docMk/>
            <pc:sldMk cId="767646192" sldId="278"/>
            <ac:grpSpMk id="7" creationId="{515F2DDE-1CE0-8D57-552A-ACE3DEEC8564}"/>
          </ac:grpSpMkLst>
        </pc:grpChg>
        <pc:grpChg chg="del mod">
          <ac:chgData name="Subi Sisir" userId="12945956d336afc7" providerId="LiveId" clId="{80B47866-980E-40C2-BBCC-13BB7389C122}" dt="2025-10-30T06:27:55.525" v="2272" actId="478"/>
          <ac:grpSpMkLst>
            <pc:docMk/>
            <pc:sldMk cId="767646192" sldId="278"/>
            <ac:grpSpMk id="9" creationId="{B400F61B-3169-1DCF-1F0B-20B99ABC7B49}"/>
          </ac:grpSpMkLst>
        </pc:grpChg>
        <pc:grpChg chg="mod">
          <ac:chgData name="Subi Sisir" userId="12945956d336afc7" providerId="LiveId" clId="{80B47866-980E-40C2-BBCC-13BB7389C122}" dt="2025-10-30T06:40:00.726" v="2499" actId="14100"/>
          <ac:grpSpMkLst>
            <pc:docMk/>
            <pc:sldMk cId="767646192" sldId="278"/>
            <ac:grpSpMk id="22" creationId="{446BD62F-E795-67D9-C0AD-1582A7EF2DD0}"/>
          </ac:grpSpMkLst>
        </pc:grpChg>
        <pc:grpChg chg="del mod">
          <ac:chgData name="Subi Sisir" userId="12945956d336afc7" providerId="LiveId" clId="{80B47866-980E-40C2-BBCC-13BB7389C122}" dt="2025-10-30T06:29:39.165" v="2284" actId="478"/>
          <ac:grpSpMkLst>
            <pc:docMk/>
            <pc:sldMk cId="767646192" sldId="278"/>
            <ac:grpSpMk id="25" creationId="{A131CE83-472E-4FEF-3EA3-A78B56B4E5CC}"/>
          </ac:grpSpMkLst>
        </pc:grpChg>
        <pc:grpChg chg="del mod">
          <ac:chgData name="Subi Sisir" userId="12945956d336afc7" providerId="LiveId" clId="{80B47866-980E-40C2-BBCC-13BB7389C122}" dt="2025-10-30T06:29:42.831" v="2285" actId="478"/>
          <ac:grpSpMkLst>
            <pc:docMk/>
            <pc:sldMk cId="767646192" sldId="278"/>
            <ac:grpSpMk id="28" creationId="{8D85E55B-4962-E88A-2A0B-36F64AAD9813}"/>
          </ac:grpSpMkLst>
        </pc:grpChg>
        <pc:picChg chg="del">
          <ac:chgData name="Subi Sisir" userId="12945956d336afc7" providerId="LiveId" clId="{80B47866-980E-40C2-BBCC-13BB7389C122}" dt="2025-10-30T06:26:49.048" v="2263" actId="478"/>
          <ac:picMkLst>
            <pc:docMk/>
            <pc:sldMk cId="767646192" sldId="278"/>
            <ac:picMk id="6" creationId="{439083FA-F9F1-7802-DACC-2A92C27C5C54}"/>
          </ac:picMkLst>
        </pc:picChg>
        <pc:picChg chg="del">
          <ac:chgData name="Subi Sisir" userId="12945956d336afc7" providerId="LiveId" clId="{80B47866-980E-40C2-BBCC-13BB7389C122}" dt="2025-10-30T06:26:46.385" v="2262" actId="478"/>
          <ac:picMkLst>
            <pc:docMk/>
            <pc:sldMk cId="767646192" sldId="278"/>
            <ac:picMk id="10" creationId="{B99A4A01-637B-CBAB-0285-D4D44241F541}"/>
          </ac:picMkLst>
        </pc:picChg>
        <pc:picChg chg="del">
          <ac:chgData name="Subi Sisir" userId="12945956d336afc7" providerId="LiveId" clId="{80B47866-980E-40C2-BBCC-13BB7389C122}" dt="2025-10-30T06:26:52.685" v="2264" actId="478"/>
          <ac:picMkLst>
            <pc:docMk/>
            <pc:sldMk cId="767646192" sldId="278"/>
            <ac:picMk id="12" creationId="{F4887A5C-B7D2-B2FB-38C7-7A1201C30044}"/>
          </ac:picMkLst>
        </pc:picChg>
      </pc:sldChg>
      <pc:sldMasterChg chg="delSldLayout">
        <pc:chgData name="Subi Sisir" userId="12945956d336afc7" providerId="LiveId" clId="{80B47866-980E-40C2-BBCC-13BB7389C122}" dt="2025-10-24T06:16:42.584" v="1149" actId="2696"/>
        <pc:sldMasterMkLst>
          <pc:docMk/>
          <pc:sldMasterMk cId="3981373366" sldId="2147483648"/>
        </pc:sldMasterMkLst>
        <pc:sldLayoutChg chg="del">
          <pc:chgData name="Subi Sisir" userId="12945956d336afc7" providerId="LiveId" clId="{80B47866-980E-40C2-BBCC-13BB7389C122}" dt="2025-10-24T06:16:42.584" v="1149" actId="2696"/>
          <pc:sldLayoutMkLst>
            <pc:docMk/>
            <pc:sldMasterMk cId="3981373366" sldId="2147483648"/>
            <pc:sldLayoutMk cId="2739993209" sldId="2147483660"/>
          </pc:sldLayoutMkLst>
        </pc:sldLayoutChg>
      </pc:sldMasterChg>
    </pc:docChg>
  </pc:docChgLst>
  <pc:docChgLst>
    <pc:chgData name="Anila" userId="10aae156-914e-4992-9526-b81c2b99183c" providerId="ADAL" clId="{28328703-3274-403B-90E3-49FE56D948FB}"/>
    <pc:docChg chg="undo redo custSel modSld">
      <pc:chgData name="Anila" userId="10aae156-914e-4992-9526-b81c2b99183c" providerId="ADAL" clId="{28328703-3274-403B-90E3-49FE56D948FB}" dt="2024-09-25T11:50:52.358" v="102" actId="14100"/>
      <pc:docMkLst>
        <pc:docMk/>
      </pc:docMkLst>
      <pc:sldChg chg="modSp mod">
        <pc:chgData name="Anila" userId="10aae156-914e-4992-9526-b81c2b99183c" providerId="ADAL" clId="{28328703-3274-403B-90E3-49FE56D948FB}" dt="2024-09-25T11:48:45.083" v="77" actId="14100"/>
        <pc:sldMkLst>
          <pc:docMk/>
          <pc:sldMk cId="595017374" sldId="260"/>
        </pc:sldMkLst>
      </pc:sldChg>
      <pc:sldChg chg="modSp mod">
        <pc:chgData name="Anila" userId="10aae156-914e-4992-9526-b81c2b99183c" providerId="ADAL" clId="{28328703-3274-403B-90E3-49FE56D948FB}" dt="2024-09-25T11:50:52.358" v="102" actId="14100"/>
        <pc:sldMkLst>
          <pc:docMk/>
          <pc:sldMk cId="3399494712" sldId="263"/>
        </pc:sldMkLst>
      </pc:sldChg>
      <pc:sldChg chg="modSp mod">
        <pc:chgData name="Anila" userId="10aae156-914e-4992-9526-b81c2b99183c" providerId="ADAL" clId="{28328703-3274-403B-90E3-49FE56D948FB}" dt="2024-09-25T11:45:56.959" v="60" actId="1076"/>
        <pc:sldMkLst>
          <pc:docMk/>
          <pc:sldMk cId="823292120" sldId="265"/>
        </pc:sldMkLst>
      </pc:sldChg>
      <pc:sldChg chg="modSp mod">
        <pc:chgData name="Anila" userId="10aae156-914e-4992-9526-b81c2b99183c" providerId="ADAL" clId="{28328703-3274-403B-90E3-49FE56D948FB}" dt="2024-09-25T11:48:52.932" v="79" actId="3626"/>
        <pc:sldMkLst>
          <pc:docMk/>
          <pc:sldMk cId="521172588" sldId="268"/>
        </pc:sldMkLst>
      </pc:sldChg>
    </pc:docChg>
  </pc:docChgLst>
  <pc:docChgLst>
    <pc:chgData name="Anila" userId="10aae156-914e-4992-9526-b81c2b99183c" providerId="ADAL" clId="{C37728D8-C605-4611-89B0-19CB12874C14}"/>
    <pc:docChg chg="undo custSel addSld delSld modSld sldOrd modMainMaster">
      <pc:chgData name="Anila" userId="10aae156-914e-4992-9526-b81c2b99183c" providerId="ADAL" clId="{C37728D8-C605-4611-89B0-19CB12874C14}" dt="2024-07-26T07:07:44.534" v="2446" actId="1076"/>
      <pc:docMkLst>
        <pc:docMk/>
      </pc:docMkLst>
      <pc:sldChg chg="ord">
        <pc:chgData name="Anila" userId="10aae156-914e-4992-9526-b81c2b99183c" providerId="ADAL" clId="{C37728D8-C605-4611-89B0-19CB12874C14}" dt="2024-07-25T11:05:34.349" v="266"/>
        <pc:sldMkLst>
          <pc:docMk/>
          <pc:sldMk cId="1507008390" sldId="257"/>
        </pc:sldMkLst>
      </pc:sldChg>
      <pc:sldChg chg="addSp delSp modSp mod setBg chgLayout">
        <pc:chgData name="Anila" userId="10aae156-914e-4992-9526-b81c2b99183c" providerId="ADAL" clId="{C37728D8-C605-4611-89B0-19CB12874C14}" dt="2024-07-26T07:07:25.877" v="2443" actId="1076"/>
        <pc:sldMkLst>
          <pc:docMk/>
          <pc:sldMk cId="2181837983" sldId="258"/>
        </pc:sldMkLst>
      </pc:sldChg>
      <pc:sldChg chg="addSp delSp modSp mod modClrScheme chgLayout">
        <pc:chgData name="Anila" userId="10aae156-914e-4992-9526-b81c2b99183c" providerId="ADAL" clId="{C37728D8-C605-4611-89B0-19CB12874C14}" dt="2024-07-26T07:06:15.635" v="2432" actId="207"/>
        <pc:sldMkLst>
          <pc:docMk/>
          <pc:sldMk cId="4048481302" sldId="259"/>
        </pc:sldMkLst>
      </pc:sldChg>
      <pc:sldChg chg="addSp delSp modSp add mod modClrScheme chgLayout">
        <pc:chgData name="Anila" userId="10aae156-914e-4992-9526-b81c2b99183c" providerId="ADAL" clId="{C37728D8-C605-4611-89B0-19CB12874C14}" dt="2024-07-26T06:59:57.187" v="2359" actId="21"/>
        <pc:sldMkLst>
          <pc:docMk/>
          <pc:sldMk cId="595017374" sldId="260"/>
        </pc:sldMkLst>
      </pc:sldChg>
      <pc:sldChg chg="addSp delSp modSp add mod setBg modClrScheme chgLayout">
        <pc:chgData name="Anila" userId="10aae156-914e-4992-9526-b81c2b99183c" providerId="ADAL" clId="{C37728D8-C605-4611-89B0-19CB12874C14}" dt="2024-07-26T07:00:01.343" v="2360" actId="1076"/>
        <pc:sldMkLst>
          <pc:docMk/>
          <pc:sldMk cId="1371425223" sldId="261"/>
        </pc:sldMkLst>
      </pc:sldChg>
      <pc:sldChg chg="addSp delSp modSp add mod modClrScheme chgLayout">
        <pc:chgData name="Anila" userId="10aae156-914e-4992-9526-b81c2b99183c" providerId="ADAL" clId="{C37728D8-C605-4611-89B0-19CB12874C14}" dt="2024-07-26T06:27:41.576" v="2031" actId="14100"/>
        <pc:sldMkLst>
          <pc:docMk/>
          <pc:sldMk cId="3710682521" sldId="262"/>
        </pc:sldMkLst>
      </pc:sldChg>
      <pc:sldChg chg="addSp delSp modSp add mod modClrScheme chgLayout">
        <pc:chgData name="Anila" userId="10aae156-914e-4992-9526-b81c2b99183c" providerId="ADAL" clId="{C37728D8-C605-4611-89B0-19CB12874C14}" dt="2024-07-26T07:01:27.032" v="2381" actId="207"/>
        <pc:sldMkLst>
          <pc:docMk/>
          <pc:sldMk cId="3399494712" sldId="263"/>
        </pc:sldMkLst>
      </pc:sldChg>
      <pc:sldChg chg="addSp delSp modSp add mod ord modClrScheme chgLayout">
        <pc:chgData name="Anila" userId="10aae156-914e-4992-9526-b81c2b99183c" providerId="ADAL" clId="{C37728D8-C605-4611-89B0-19CB12874C14}" dt="2024-07-26T06:44:12.992" v="2114" actId="122"/>
        <pc:sldMkLst>
          <pc:docMk/>
          <pc:sldMk cId="901375315" sldId="264"/>
        </pc:sldMkLst>
      </pc:sldChg>
      <pc:sldChg chg="addSp delSp modSp add mod modClrScheme chgLayout">
        <pc:chgData name="Anila" userId="10aae156-914e-4992-9526-b81c2b99183c" providerId="ADAL" clId="{C37728D8-C605-4611-89B0-19CB12874C14}" dt="2024-07-26T07:05:00.321" v="2428" actId="12788"/>
        <pc:sldMkLst>
          <pc:docMk/>
          <pc:sldMk cId="823292120" sldId="265"/>
        </pc:sldMkLst>
      </pc:sldChg>
      <pc:sldChg chg="addSp delSp modSp add mod">
        <pc:chgData name="Anila" userId="10aae156-914e-4992-9526-b81c2b99183c" providerId="ADAL" clId="{C37728D8-C605-4611-89B0-19CB12874C14}" dt="2024-07-25T11:51:59.393" v="780" actId="1076"/>
        <pc:sldMkLst>
          <pc:docMk/>
          <pc:sldMk cId="303943863" sldId="266"/>
        </pc:sldMkLst>
      </pc:sldChg>
      <pc:sldChg chg="addSp delSp modSp add mod ord modClrScheme chgLayout">
        <pc:chgData name="Anila" userId="10aae156-914e-4992-9526-b81c2b99183c" providerId="ADAL" clId="{C37728D8-C605-4611-89B0-19CB12874C14}" dt="2024-07-26T07:03:09.199" v="2388" actId="207"/>
        <pc:sldMkLst>
          <pc:docMk/>
          <pc:sldMk cId="154238124" sldId="267"/>
        </pc:sldMkLst>
      </pc:sldChg>
      <pc:sldChg chg="addSp delSp modSp add mod modClrScheme chgLayout">
        <pc:chgData name="Anila" userId="10aae156-914e-4992-9526-b81c2b99183c" providerId="ADAL" clId="{C37728D8-C605-4611-89B0-19CB12874C14}" dt="2024-07-26T07:07:44.534" v="2446" actId="1076"/>
        <pc:sldMkLst>
          <pc:docMk/>
          <pc:sldMk cId="521172588" sldId="268"/>
        </pc:sldMkLst>
      </pc:sldChg>
      <pc:sldChg chg="add del">
        <pc:chgData name="Anila" userId="10aae156-914e-4992-9526-b81c2b99183c" providerId="ADAL" clId="{C37728D8-C605-4611-89B0-19CB12874C14}" dt="2024-07-26T06:44:37.638" v="2119" actId="2890"/>
        <pc:sldMkLst>
          <pc:docMk/>
          <pc:sldMk cId="826182015" sldId="269"/>
        </pc:sldMkLst>
      </pc:sldChg>
      <pc:sldMasterChg chg="setBg addSldLayout modSldLayout">
        <pc:chgData name="Anila" userId="10aae156-914e-4992-9526-b81c2b99183c" providerId="ADAL" clId="{C37728D8-C605-4611-89B0-19CB12874C14}" dt="2024-07-26T06:53:06.779" v="2209"/>
        <pc:sldMasterMkLst>
          <pc:docMk/>
          <pc:sldMasterMk cId="3981373366" sldId="2147483648"/>
        </pc:sldMasterMkLst>
        <pc:sldLayoutChg chg="addSp delSp modSp setBg">
          <pc:chgData name="Anila" userId="10aae156-914e-4992-9526-b81c2b99183c" providerId="ADAL" clId="{C37728D8-C605-4611-89B0-19CB12874C14}" dt="2024-07-26T06:02:21.239" v="1717"/>
          <pc:sldLayoutMkLst>
            <pc:docMk/>
            <pc:sldMasterMk cId="3981373366" sldId="2147483648"/>
            <pc:sldLayoutMk cId="542966196" sldId="2147483649"/>
          </pc:sldLayoutMkLst>
        </pc:sldLayoutChg>
        <pc:sldLayoutChg chg="addSp delSp modSp mod setBg">
          <pc:chgData name="Anila" userId="10aae156-914e-4992-9526-b81c2b99183c" providerId="ADAL" clId="{C37728D8-C605-4611-89B0-19CB12874C14}" dt="2024-07-26T06:03:27.315" v="1733"/>
          <pc:sldLayoutMkLst>
            <pc:docMk/>
            <pc:sldMasterMk cId="3981373366" sldId="2147483648"/>
            <pc:sldLayoutMk cId="4190553688" sldId="2147483650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4.976" v="1670" actId="2890"/>
          <pc:sldLayoutMkLst>
            <pc:docMk/>
            <pc:sldMasterMk cId="3981373366" sldId="2147483648"/>
            <pc:sldLayoutMk cId="590732116" sldId="2147483651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5.176" v="1671" actId="2890"/>
          <pc:sldLayoutMkLst>
            <pc:docMk/>
            <pc:sldMasterMk cId="3981373366" sldId="2147483648"/>
            <pc:sldLayoutMk cId="1044310210" sldId="2147483652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5.361" v="1672" actId="2890"/>
          <pc:sldLayoutMkLst>
            <pc:docMk/>
            <pc:sldMasterMk cId="3981373366" sldId="2147483648"/>
            <pc:sldLayoutMk cId="3283462825" sldId="2147483653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5.560" v="1673" actId="2890"/>
          <pc:sldLayoutMkLst>
            <pc:docMk/>
            <pc:sldMasterMk cId="3981373366" sldId="2147483648"/>
            <pc:sldLayoutMk cId="4142610758" sldId="2147483654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5.776" v="1674" actId="2890"/>
          <pc:sldLayoutMkLst>
            <pc:docMk/>
            <pc:sldMasterMk cId="3981373366" sldId="2147483648"/>
            <pc:sldLayoutMk cId="666933037" sldId="2147483655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6.130" v="1675" actId="2890"/>
          <pc:sldLayoutMkLst>
            <pc:docMk/>
            <pc:sldMasterMk cId="3981373366" sldId="2147483648"/>
            <pc:sldLayoutMk cId="4117954721" sldId="2147483656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6.362" v="1676" actId="2890"/>
          <pc:sldLayoutMkLst>
            <pc:docMk/>
            <pc:sldMasterMk cId="3981373366" sldId="2147483648"/>
            <pc:sldLayoutMk cId="4242374210" sldId="2147483657"/>
          </pc:sldLayoutMkLst>
        </pc:sldLayoutChg>
        <pc:sldLayoutChg chg="addSp delSp modSp add mod modTransition">
          <pc:chgData name="Anila" userId="10aae156-914e-4992-9526-b81c2b99183c" providerId="ADAL" clId="{C37728D8-C605-4611-89B0-19CB12874C14}" dt="2024-07-26T06:53:06.779" v="2209"/>
          <pc:sldLayoutMkLst>
            <pc:docMk/>
            <pc:sldMasterMk cId="3981373366" sldId="2147483648"/>
            <pc:sldLayoutMk cId="1841222598" sldId="2147483658"/>
          </pc:sldLayoutMkLst>
        </pc:sldLayoutChg>
        <pc:sldLayoutChg chg="add mod modTransition">
          <pc:chgData name="Anila" userId="10aae156-914e-4992-9526-b81c2b99183c" providerId="ADAL" clId="{C37728D8-C605-4611-89B0-19CB12874C14}" dt="2024-07-26T05:56:26.878" v="1678" actId="2890"/>
          <pc:sldLayoutMkLst>
            <pc:docMk/>
            <pc:sldMasterMk cId="3981373366" sldId="2147483648"/>
            <pc:sldLayoutMk cId="2981103772" sldId="2147483659"/>
          </pc:sldLayoutMkLst>
        </pc:sldLayoutChg>
      </pc:sldMasterChg>
    </pc:docChg>
  </pc:docChgLst>
  <pc:docChgLst>
    <pc:chgData name="Anila" userId="10aae156-914e-4992-9526-b81c2b99183c" providerId="ADAL" clId="{A9F01F2B-5820-4DE9-BAC5-FCB10A391EB7}"/>
    <pc:docChg chg="undo custSel addSld delSld modSld sldOrd modMainMaster">
      <pc:chgData name="Anila" userId="10aae156-914e-4992-9526-b81c2b99183c" providerId="ADAL" clId="{A9F01F2B-5820-4DE9-BAC5-FCB10A391EB7}" dt="2024-11-12T10:11:07.915" v="1059" actId="478"/>
      <pc:docMkLst>
        <pc:docMk/>
      </pc:docMkLst>
      <pc:sldChg chg="del">
        <pc:chgData name="Anila" userId="10aae156-914e-4992-9526-b81c2b99183c" providerId="ADAL" clId="{A9F01F2B-5820-4DE9-BAC5-FCB10A391EB7}" dt="2024-11-07T06:30:14.357" v="99" actId="47"/>
        <pc:sldMkLst>
          <pc:docMk/>
          <pc:sldMk cId="1507008390" sldId="257"/>
        </pc:sldMkLst>
      </pc:sldChg>
      <pc:sldChg chg="addSp delSp modSp mod modNotesTx">
        <pc:chgData name="Anila" userId="10aae156-914e-4992-9526-b81c2b99183c" providerId="ADAL" clId="{A9F01F2B-5820-4DE9-BAC5-FCB10A391EB7}" dt="2024-11-12T09:58:04.687" v="1039" actId="166"/>
        <pc:sldMkLst>
          <pc:docMk/>
          <pc:sldMk cId="2181837983" sldId="258"/>
        </pc:sldMkLst>
      </pc:sldChg>
      <pc:sldChg chg="addSp delSp modSp mod">
        <pc:chgData name="Anila" userId="10aae156-914e-4992-9526-b81c2b99183c" providerId="ADAL" clId="{A9F01F2B-5820-4DE9-BAC5-FCB10A391EB7}" dt="2024-11-12T09:58:50.152" v="1049" actId="167"/>
        <pc:sldMkLst>
          <pc:docMk/>
          <pc:sldMk cId="4048481302" sldId="259"/>
        </pc:sldMkLst>
      </pc:sldChg>
      <pc:sldChg chg="delSp modSp mod">
        <pc:chgData name="Anila" userId="10aae156-914e-4992-9526-b81c2b99183c" providerId="ADAL" clId="{A9F01F2B-5820-4DE9-BAC5-FCB10A391EB7}" dt="2024-11-07T06:30:36.536" v="103" actId="478"/>
        <pc:sldMkLst>
          <pc:docMk/>
          <pc:sldMk cId="595017374" sldId="260"/>
        </pc:sldMkLst>
      </pc:sldChg>
      <pc:sldChg chg="delSp modSp mod">
        <pc:chgData name="Anila" userId="10aae156-914e-4992-9526-b81c2b99183c" providerId="ADAL" clId="{A9F01F2B-5820-4DE9-BAC5-FCB10A391EB7}" dt="2024-11-07T06:30:32.080" v="102" actId="478"/>
        <pc:sldMkLst>
          <pc:docMk/>
          <pc:sldMk cId="1371425223" sldId="261"/>
        </pc:sldMkLst>
      </pc:sldChg>
      <pc:sldChg chg="delSp modSp mod">
        <pc:chgData name="Anila" userId="10aae156-914e-4992-9526-b81c2b99183c" providerId="ADAL" clId="{A9F01F2B-5820-4DE9-BAC5-FCB10A391EB7}" dt="2024-11-07T06:29:50.493" v="95" actId="478"/>
        <pc:sldMkLst>
          <pc:docMk/>
          <pc:sldMk cId="3710682521" sldId="262"/>
        </pc:sldMkLst>
      </pc:sldChg>
      <pc:sldChg chg="delSp modSp mod">
        <pc:chgData name="Anila" userId="10aae156-914e-4992-9526-b81c2b99183c" providerId="ADAL" clId="{A9F01F2B-5820-4DE9-BAC5-FCB10A391EB7}" dt="2024-11-07T06:30:03.456" v="97" actId="478"/>
        <pc:sldMkLst>
          <pc:docMk/>
          <pc:sldMk cId="3399494712" sldId="263"/>
        </pc:sldMkLst>
      </pc:sldChg>
      <pc:sldChg chg="modSp mod">
        <pc:chgData name="Anila" userId="10aae156-914e-4992-9526-b81c2b99183c" providerId="ADAL" clId="{A9F01F2B-5820-4DE9-BAC5-FCB10A391EB7}" dt="2024-11-07T06:27:30.814" v="74" actId="207"/>
        <pc:sldMkLst>
          <pc:docMk/>
          <pc:sldMk cId="901375315" sldId="264"/>
        </pc:sldMkLst>
      </pc:sldChg>
      <pc:sldChg chg="delSp modSp mod">
        <pc:chgData name="Anila" userId="10aae156-914e-4992-9526-b81c2b99183c" providerId="ADAL" clId="{A9F01F2B-5820-4DE9-BAC5-FCB10A391EB7}" dt="2024-11-07T06:28:47.303" v="89" actId="478"/>
        <pc:sldMkLst>
          <pc:docMk/>
          <pc:sldMk cId="823292120" sldId="265"/>
        </pc:sldMkLst>
      </pc:sldChg>
      <pc:sldChg chg="del">
        <pc:chgData name="Anila" userId="10aae156-914e-4992-9526-b81c2b99183c" providerId="ADAL" clId="{A9F01F2B-5820-4DE9-BAC5-FCB10A391EB7}" dt="2024-11-07T06:30:11.755" v="98" actId="47"/>
        <pc:sldMkLst>
          <pc:docMk/>
          <pc:sldMk cId="303943863" sldId="266"/>
        </pc:sldMkLst>
      </pc:sldChg>
      <pc:sldChg chg="delSp modSp mod">
        <pc:chgData name="Anila" userId="10aae156-914e-4992-9526-b81c2b99183c" providerId="ADAL" clId="{A9F01F2B-5820-4DE9-BAC5-FCB10A391EB7}" dt="2024-11-12T10:11:07.915" v="1059" actId="478"/>
        <pc:sldMkLst>
          <pc:docMk/>
          <pc:sldMk cId="154238124" sldId="267"/>
        </pc:sldMkLst>
      </pc:sldChg>
      <pc:sldChg chg="addSp delSp modSp mod">
        <pc:chgData name="Anila" userId="10aae156-914e-4992-9526-b81c2b99183c" providerId="ADAL" clId="{A9F01F2B-5820-4DE9-BAC5-FCB10A391EB7}" dt="2024-11-12T10:00:07.003" v="1057" actId="167"/>
        <pc:sldMkLst>
          <pc:docMk/>
          <pc:sldMk cId="521172588" sldId="268"/>
        </pc:sldMkLst>
      </pc:sldChg>
      <pc:sldChg chg="add">
        <pc:chgData name="Anila" userId="10aae156-914e-4992-9526-b81c2b99183c" providerId="ADAL" clId="{A9F01F2B-5820-4DE9-BAC5-FCB10A391EB7}" dt="2024-11-12T10:00:20.012" v="1058"/>
        <pc:sldMkLst>
          <pc:docMk/>
          <pc:sldMk cId="0" sldId="269"/>
        </pc:sldMkLst>
      </pc:sldChg>
      <pc:sldChg chg="addSp delSp modSp add del mod ord">
        <pc:chgData name="Anila" userId="10aae156-914e-4992-9526-b81c2b99183c" providerId="ADAL" clId="{A9F01F2B-5820-4DE9-BAC5-FCB10A391EB7}" dt="2024-11-12T09:56:50.191" v="1026" actId="47"/>
        <pc:sldMkLst>
          <pc:docMk/>
          <pc:sldMk cId="3605532220" sldId="269"/>
        </pc:sldMkLst>
      </pc:sldChg>
      <pc:sldChg chg="add setBg">
        <pc:chgData name="Anila" userId="10aae156-914e-4992-9526-b81c2b99183c" providerId="ADAL" clId="{A9F01F2B-5820-4DE9-BAC5-FCB10A391EB7}" dt="2024-11-12T10:00:20.012" v="1058"/>
        <pc:sldMkLst>
          <pc:docMk/>
          <pc:sldMk cId="0" sldId="270"/>
        </pc:sldMkLst>
      </pc:sldChg>
      <pc:sldMasterChg chg="addSp delSp modSp mod modSldLayout">
        <pc:chgData name="Anila" userId="10aae156-914e-4992-9526-b81c2b99183c" providerId="ADAL" clId="{A9F01F2B-5820-4DE9-BAC5-FCB10A391EB7}" dt="2024-11-07T07:07:45.130" v="1016" actId="692"/>
        <pc:sldMasterMkLst>
          <pc:docMk/>
          <pc:sldMasterMk cId="3981373366" sldId="2147483648"/>
        </pc:sldMasterMkLst>
        <pc:sldLayoutChg chg="addSp delSp modSp mod">
          <pc:chgData name="Anila" userId="10aae156-914e-4992-9526-b81c2b99183c" providerId="ADAL" clId="{A9F01F2B-5820-4DE9-BAC5-FCB10A391EB7}" dt="2024-11-07T06:43:54.878" v="191" actId="21"/>
          <pc:sldLayoutMkLst>
            <pc:docMk/>
            <pc:sldMasterMk cId="3981373366" sldId="2147483648"/>
            <pc:sldLayoutMk cId="590732116" sldId="2147483651"/>
          </pc:sldLayoutMkLst>
        </pc:sldLayoutChg>
        <pc:sldLayoutChg chg="addSp delSp modSp mod">
          <pc:chgData name="Anila" userId="10aae156-914e-4992-9526-b81c2b99183c" providerId="ADAL" clId="{A9F01F2B-5820-4DE9-BAC5-FCB10A391EB7}" dt="2024-11-07T06:49:58.489" v="337" actId="21"/>
          <pc:sldLayoutMkLst>
            <pc:docMk/>
            <pc:sldMasterMk cId="3981373366" sldId="2147483648"/>
            <pc:sldLayoutMk cId="1841222598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616FF-4224-4578-99EE-60DA00D83257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688A2-003D-4F93-8D3C-02311D6E1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511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688A2-003D-4F93-8D3C-02311D6E12F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801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5F52-E31F-3A5C-46B7-51DC4A9D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82721-6078-C01B-98E5-7742FD56A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A7872-DB50-BB4A-038F-B38E02F43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A5DF-AD9D-D1D3-7509-CA94AB9E5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688A2-003D-4F93-8D3C-02311D6E12F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279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5B74CC-D0AF-5E2D-BADC-9CAFC904BF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59595" y="460469"/>
            <a:ext cx="6665662" cy="6397531"/>
          </a:xfrm>
          <a:custGeom>
            <a:avLst/>
            <a:gdLst>
              <a:gd name="connsiteX0" fmla="*/ 3474032 w 6665662"/>
              <a:gd name="connsiteY0" fmla="*/ 2324199 h 6397531"/>
              <a:gd name="connsiteX1" fmla="*/ 3602913 w 6665662"/>
              <a:gd name="connsiteY1" fmla="*/ 2324900 h 6397531"/>
              <a:gd name="connsiteX2" fmla="*/ 4518124 w 6665662"/>
              <a:gd name="connsiteY2" fmla="*/ 2596338 h 6397531"/>
              <a:gd name="connsiteX3" fmla="*/ 4518124 w 6665662"/>
              <a:gd name="connsiteY3" fmla="*/ 2596339 h 6397531"/>
              <a:gd name="connsiteX4" fmla="*/ 5194954 w 6665662"/>
              <a:gd name="connsiteY4" fmla="*/ 5257230 h 6397531"/>
              <a:gd name="connsiteX5" fmla="*/ 4517117 w 6665662"/>
              <a:gd name="connsiteY5" fmla="*/ 6397531 h 6397531"/>
              <a:gd name="connsiteX6" fmla="*/ 0 w 6665662"/>
              <a:gd name="connsiteY6" fmla="*/ 6397531 h 6397531"/>
              <a:gd name="connsiteX7" fmla="*/ 1857233 w 6665662"/>
              <a:gd name="connsiteY7" fmla="*/ 3273168 h 6397531"/>
              <a:gd name="connsiteX8" fmla="*/ 3474032 w 6665662"/>
              <a:gd name="connsiteY8" fmla="*/ 2324199 h 6397531"/>
              <a:gd name="connsiteX9" fmla="*/ 5307098 w 6665662"/>
              <a:gd name="connsiteY9" fmla="*/ 752 h 6397531"/>
              <a:gd name="connsiteX10" fmla="*/ 6049319 w 6665662"/>
              <a:gd name="connsiteY10" fmla="*/ 201288 h 6397531"/>
              <a:gd name="connsiteX11" fmla="*/ 6464374 w 6665662"/>
              <a:gd name="connsiteY11" fmla="*/ 2014245 h 6397531"/>
              <a:gd name="connsiteX12" fmla="*/ 4651417 w 6665662"/>
              <a:gd name="connsiteY12" fmla="*/ 2429301 h 6397531"/>
              <a:gd name="connsiteX13" fmla="*/ 4236362 w 6665662"/>
              <a:gd name="connsiteY13" fmla="*/ 616343 h 6397531"/>
              <a:gd name="connsiteX14" fmla="*/ 5307098 w 6665662"/>
              <a:gd name="connsiteY14" fmla="*/ 752 h 639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665662" h="6397531">
                <a:moveTo>
                  <a:pt x="3474032" y="2324199"/>
                </a:moveTo>
                <a:cubicBezTo>
                  <a:pt x="3516915" y="2323007"/>
                  <a:pt x="3559900" y="2323235"/>
                  <a:pt x="3602913" y="2324900"/>
                </a:cubicBezTo>
                <a:cubicBezTo>
                  <a:pt x="3915739" y="2337008"/>
                  <a:pt x="4230097" y="2425124"/>
                  <a:pt x="4518124" y="2596338"/>
                </a:cubicBezTo>
                <a:lnTo>
                  <a:pt x="4518124" y="2596339"/>
                </a:lnTo>
                <a:cubicBezTo>
                  <a:pt x="5439810" y="3144222"/>
                  <a:pt x="5742837" y="4335544"/>
                  <a:pt x="5194954" y="5257230"/>
                </a:cubicBezTo>
                <a:lnTo>
                  <a:pt x="4517117" y="6397531"/>
                </a:lnTo>
                <a:lnTo>
                  <a:pt x="0" y="6397531"/>
                </a:lnTo>
                <a:lnTo>
                  <a:pt x="1857233" y="3273168"/>
                </a:lnTo>
                <a:cubicBezTo>
                  <a:pt x="2210361" y="2679113"/>
                  <a:pt x="2830787" y="2342061"/>
                  <a:pt x="3474032" y="2324199"/>
                </a:cubicBezTo>
                <a:close/>
                <a:moveTo>
                  <a:pt x="5307098" y="752"/>
                </a:moveTo>
                <a:cubicBezTo>
                  <a:pt x="5560259" y="-7811"/>
                  <a:pt x="5818601" y="56530"/>
                  <a:pt x="6049319" y="201288"/>
                </a:cubicBezTo>
                <a:cubicBezTo>
                  <a:pt x="6664568" y="587308"/>
                  <a:pt x="6850394" y="1398997"/>
                  <a:pt x="6464374" y="2014245"/>
                </a:cubicBezTo>
                <a:cubicBezTo>
                  <a:pt x="6078354" y="2629494"/>
                  <a:pt x="5266665" y="2815321"/>
                  <a:pt x="4651417" y="2429301"/>
                </a:cubicBezTo>
                <a:cubicBezTo>
                  <a:pt x="4036168" y="2043281"/>
                  <a:pt x="3850342" y="1231591"/>
                  <a:pt x="4236362" y="616343"/>
                </a:cubicBezTo>
                <a:cubicBezTo>
                  <a:pt x="4477625" y="231812"/>
                  <a:pt x="4885164" y="15025"/>
                  <a:pt x="5307098" y="7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966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222646B-13A5-890B-FD70-A0F341355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0249" y="3362812"/>
            <a:ext cx="10133551" cy="2868743"/>
          </a:xfrm>
          <a:custGeom>
            <a:avLst/>
            <a:gdLst>
              <a:gd name="connsiteX0" fmla="*/ 4623831 w 10133551"/>
              <a:gd name="connsiteY0" fmla="*/ 1 h 2868743"/>
              <a:gd name="connsiteX1" fmla="*/ 8699180 w 10133551"/>
              <a:gd name="connsiteY1" fmla="*/ 1 h 2868743"/>
              <a:gd name="connsiteX2" fmla="*/ 10133551 w 10133551"/>
              <a:gd name="connsiteY2" fmla="*/ 1434372 h 2868743"/>
              <a:gd name="connsiteX3" fmla="*/ 8699180 w 10133551"/>
              <a:gd name="connsiteY3" fmla="*/ 2868743 h 2868743"/>
              <a:gd name="connsiteX4" fmla="*/ 4623831 w 10133551"/>
              <a:gd name="connsiteY4" fmla="*/ 2868743 h 2868743"/>
              <a:gd name="connsiteX5" fmla="*/ 3189460 w 10133551"/>
              <a:gd name="connsiteY5" fmla="*/ 1434372 h 2868743"/>
              <a:gd name="connsiteX6" fmla="*/ 4623831 w 10133551"/>
              <a:gd name="connsiteY6" fmla="*/ 1 h 2868743"/>
              <a:gd name="connsiteX7" fmla="*/ 1434371 w 10133551"/>
              <a:gd name="connsiteY7" fmla="*/ 0 h 2868743"/>
              <a:gd name="connsiteX8" fmla="*/ 2868742 w 10133551"/>
              <a:gd name="connsiteY8" fmla="*/ 1434371 h 2868743"/>
              <a:gd name="connsiteX9" fmla="*/ 1434371 w 10133551"/>
              <a:gd name="connsiteY9" fmla="*/ 2868742 h 2868743"/>
              <a:gd name="connsiteX10" fmla="*/ 0 w 10133551"/>
              <a:gd name="connsiteY10" fmla="*/ 1434371 h 2868743"/>
              <a:gd name="connsiteX11" fmla="*/ 1434371 w 10133551"/>
              <a:gd name="connsiteY11" fmla="*/ 0 h 286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133551" h="2868743">
                <a:moveTo>
                  <a:pt x="4623831" y="1"/>
                </a:moveTo>
                <a:lnTo>
                  <a:pt x="8699180" y="1"/>
                </a:lnTo>
                <a:cubicBezTo>
                  <a:pt x="9491361" y="1"/>
                  <a:pt x="10133551" y="642191"/>
                  <a:pt x="10133551" y="1434372"/>
                </a:cubicBezTo>
                <a:cubicBezTo>
                  <a:pt x="10133551" y="2226553"/>
                  <a:pt x="9491361" y="2868743"/>
                  <a:pt x="8699180" y="2868743"/>
                </a:cubicBezTo>
                <a:lnTo>
                  <a:pt x="4623831" y="2868743"/>
                </a:lnTo>
                <a:cubicBezTo>
                  <a:pt x="3831650" y="2868743"/>
                  <a:pt x="3189460" y="2226553"/>
                  <a:pt x="3189460" y="1434372"/>
                </a:cubicBezTo>
                <a:cubicBezTo>
                  <a:pt x="3189460" y="642191"/>
                  <a:pt x="3831650" y="1"/>
                  <a:pt x="4623831" y="1"/>
                </a:cubicBezTo>
                <a:close/>
                <a:moveTo>
                  <a:pt x="1434371" y="0"/>
                </a:moveTo>
                <a:cubicBezTo>
                  <a:pt x="2226552" y="0"/>
                  <a:pt x="2868742" y="642190"/>
                  <a:pt x="2868742" y="1434371"/>
                </a:cubicBezTo>
                <a:cubicBezTo>
                  <a:pt x="2868742" y="2226552"/>
                  <a:pt x="2226552" y="2868742"/>
                  <a:pt x="1434371" y="2868742"/>
                </a:cubicBezTo>
                <a:cubicBezTo>
                  <a:pt x="642190" y="2868742"/>
                  <a:pt x="0" y="2226552"/>
                  <a:pt x="0" y="1434371"/>
                </a:cubicBezTo>
                <a:cubicBezTo>
                  <a:pt x="0" y="642190"/>
                  <a:pt x="642190" y="0"/>
                  <a:pt x="143437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55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732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310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46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10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93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54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374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0BAF36-927C-6B57-BE44-F8A9145660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9006" y="0"/>
            <a:ext cx="9138036" cy="6304713"/>
          </a:xfrm>
          <a:custGeom>
            <a:avLst/>
            <a:gdLst>
              <a:gd name="connsiteX0" fmla="*/ 7625304 w 9138036"/>
              <a:gd name="connsiteY0" fmla="*/ 3307581 h 6304713"/>
              <a:gd name="connsiteX1" fmla="*/ 7639470 w 9138036"/>
              <a:gd name="connsiteY1" fmla="*/ 3307581 h 6304713"/>
              <a:gd name="connsiteX2" fmla="*/ 9138036 w 9138036"/>
              <a:gd name="connsiteY2" fmla="*/ 4806147 h 6304713"/>
              <a:gd name="connsiteX3" fmla="*/ 7639470 w 9138036"/>
              <a:gd name="connsiteY3" fmla="*/ 6304713 h 6304713"/>
              <a:gd name="connsiteX4" fmla="*/ 7625304 w 9138036"/>
              <a:gd name="connsiteY4" fmla="*/ 6304713 h 6304713"/>
              <a:gd name="connsiteX5" fmla="*/ 6126738 w 9138036"/>
              <a:gd name="connsiteY5" fmla="*/ 4806147 h 6304713"/>
              <a:gd name="connsiteX6" fmla="*/ 7625304 w 9138036"/>
              <a:gd name="connsiteY6" fmla="*/ 3307581 h 6304713"/>
              <a:gd name="connsiteX7" fmla="*/ 0 w 9138036"/>
              <a:gd name="connsiteY7" fmla="*/ 0 h 6304713"/>
              <a:gd name="connsiteX8" fmla="*/ 4811983 w 9138036"/>
              <a:gd name="connsiteY8" fmla="*/ 0 h 6304713"/>
              <a:gd name="connsiteX9" fmla="*/ 6212436 w 9138036"/>
              <a:gd name="connsiteY9" fmla="*/ 1300469 h 6304713"/>
              <a:gd name="connsiteX10" fmla="*/ 6298088 w 9138036"/>
              <a:gd name="connsiteY10" fmla="*/ 3614223 h 6304713"/>
              <a:gd name="connsiteX11" fmla="*/ 6298088 w 9138036"/>
              <a:gd name="connsiteY11" fmla="*/ 3614222 h 6304713"/>
              <a:gd name="connsiteX12" fmla="*/ 3984334 w 9138036"/>
              <a:gd name="connsiteY12" fmla="*/ 3699874 h 630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138036" h="6304713">
                <a:moveTo>
                  <a:pt x="7625304" y="3307581"/>
                </a:moveTo>
                <a:lnTo>
                  <a:pt x="7639470" y="3307581"/>
                </a:lnTo>
                <a:cubicBezTo>
                  <a:pt x="8467105" y="3307581"/>
                  <a:pt x="9138036" y="3978512"/>
                  <a:pt x="9138036" y="4806147"/>
                </a:cubicBezTo>
                <a:cubicBezTo>
                  <a:pt x="9138036" y="5633782"/>
                  <a:pt x="8467105" y="6304713"/>
                  <a:pt x="7639470" y="6304713"/>
                </a:cubicBezTo>
                <a:lnTo>
                  <a:pt x="7625304" y="6304713"/>
                </a:lnTo>
                <a:cubicBezTo>
                  <a:pt x="6797669" y="6304713"/>
                  <a:pt x="6126738" y="5633782"/>
                  <a:pt x="6126738" y="4806147"/>
                </a:cubicBezTo>
                <a:cubicBezTo>
                  <a:pt x="6126738" y="3978512"/>
                  <a:pt x="6797669" y="3307581"/>
                  <a:pt x="7625304" y="3307581"/>
                </a:cubicBezTo>
                <a:close/>
                <a:moveTo>
                  <a:pt x="0" y="0"/>
                </a:moveTo>
                <a:lnTo>
                  <a:pt x="4811983" y="0"/>
                </a:lnTo>
                <a:lnTo>
                  <a:pt x="6212436" y="1300469"/>
                </a:lnTo>
                <a:cubicBezTo>
                  <a:pt x="6875013" y="1915742"/>
                  <a:pt x="6913361" y="2951646"/>
                  <a:pt x="6298088" y="3614223"/>
                </a:cubicBezTo>
                <a:lnTo>
                  <a:pt x="6298088" y="3614222"/>
                </a:lnTo>
                <a:cubicBezTo>
                  <a:pt x="5682815" y="4276800"/>
                  <a:pt x="4646911" y="4315148"/>
                  <a:pt x="3984334" y="36998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222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103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5" name="Group 934">
            <a:extLst>
              <a:ext uri="{FF2B5EF4-FFF2-40B4-BE49-F238E27FC236}">
                <a16:creationId xmlns:a16="http://schemas.microsoft.com/office/drawing/2014/main" id="{23A61BE0-A797-E407-E1EB-191A9AC4DC9E}"/>
              </a:ext>
            </a:extLst>
          </p:cNvPr>
          <p:cNvGrpSpPr/>
          <p:nvPr userDrawn="1"/>
        </p:nvGrpSpPr>
        <p:grpSpPr>
          <a:xfrm>
            <a:off x="-57524" y="0"/>
            <a:ext cx="12283485" cy="6858000"/>
            <a:chOff x="-57524" y="0"/>
            <a:chExt cx="12283485" cy="6858000"/>
          </a:xfrm>
        </p:grpSpPr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D11DEA6F-691E-84A0-B618-97D5EB4E6CA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67654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>
              <a:extLst>
                <a:ext uri="{FF2B5EF4-FFF2-40B4-BE49-F238E27FC236}">
                  <a16:creationId xmlns:a16="http://schemas.microsoft.com/office/drawing/2014/main" id="{BA0A1925-E2AA-FF38-F878-2B61EB1B69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320412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0EE912AB-5697-61B8-97F8-D47646491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73170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FE12B821-D9FB-2494-11F8-A89E9B32654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225928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48993459-FAAE-969B-57EC-D3E35194BF1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678686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>
              <a:extLst>
                <a:ext uri="{FF2B5EF4-FFF2-40B4-BE49-F238E27FC236}">
                  <a16:creationId xmlns:a16="http://schemas.microsoft.com/office/drawing/2014/main" id="{294791A5-5FC0-9885-0D99-0B30FC49FD5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131444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>
              <a:extLst>
                <a:ext uri="{FF2B5EF4-FFF2-40B4-BE49-F238E27FC236}">
                  <a16:creationId xmlns:a16="http://schemas.microsoft.com/office/drawing/2014/main" id="{AEA9CF4A-A17E-5BEB-CC2C-31C8BF6FB21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584202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>
              <a:extLst>
                <a:ext uri="{FF2B5EF4-FFF2-40B4-BE49-F238E27FC236}">
                  <a16:creationId xmlns:a16="http://schemas.microsoft.com/office/drawing/2014/main" id="{6D8B315D-0C0C-D0CE-4348-48E93ABDBE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36960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Straight Connector 902">
              <a:extLst>
                <a:ext uri="{FF2B5EF4-FFF2-40B4-BE49-F238E27FC236}">
                  <a16:creationId xmlns:a16="http://schemas.microsoft.com/office/drawing/2014/main" id="{F3026054-F08D-F718-4C02-6A4DB8B7890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9718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4867F05C-4D42-FFC5-C09E-875DEAD8B0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7524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01014E87-0D84-CBD7-C014-B9E2401FD4C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962138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77E400AD-73F3-BBCB-25BC-D24017A52FA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414896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629937EB-4312-8A3B-C632-42BEDB49580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056622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AAA64509-4536-1842-BEAD-90BB4049937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509380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586015EB-FA10-6522-4ED6-06DCF91FB93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151106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59D84DB1-84E2-64E5-E691-6E0480AA355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603864" y="0"/>
              <a:ext cx="4074855" cy="68580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A93C9503-6E6B-5A85-B93B-E8289AC3F0E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8698348" y="978167"/>
              <a:ext cx="3493652" cy="5879833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CB95CB29-B2E9-F1FD-B66E-4FB57C41097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245590" y="1843314"/>
              <a:ext cx="2979603" cy="5014686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D39EBC52-807D-46AE-840C-6522FBD727D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792832" y="2764325"/>
              <a:ext cx="2432361" cy="4093675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9AC60217-5585-7791-FB65-616714EDEF8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340074" y="3741200"/>
              <a:ext cx="1851926" cy="31168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CD2BEB38-64DD-92FA-7EE2-31F5BB314EE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0887316" y="4630057"/>
              <a:ext cx="1323789" cy="2227943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A17ADE27-289A-E0A8-82D0-2611B74E49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1434566" y="5558971"/>
              <a:ext cx="771851" cy="1299029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>
              <a:extLst>
                <a:ext uri="{FF2B5EF4-FFF2-40B4-BE49-F238E27FC236}">
                  <a16:creationId xmlns:a16="http://schemas.microsoft.com/office/drawing/2014/main" id="{44082335-AD5D-14D6-5ACB-619C5AC3FFA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5196" y="0"/>
              <a:ext cx="2958043" cy="4978400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917">
              <a:extLst>
                <a:ext uri="{FF2B5EF4-FFF2-40B4-BE49-F238E27FC236}">
                  <a16:creationId xmlns:a16="http://schemas.microsoft.com/office/drawing/2014/main" id="{0EDE6BC0-63C4-4DC5-A0F3-0337B9918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5196" y="0"/>
              <a:ext cx="3505285" cy="5899411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2E57F78B-1A80-956E-A8A0-B3596534EDA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7524" y="0"/>
              <a:ext cx="1885887" cy="3173957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6F4E514B-4D68-BA7D-8A56-2C094B3CAAC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7524" y="0"/>
              <a:ext cx="2433129" cy="4094967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EB92D689-514A-25B7-1857-15866F25845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57524" y="0"/>
              <a:ext cx="791403" cy="1331935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A75832FE-E72D-C10D-AA52-FB8003D4594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81121" cy="2156133"/>
            </a:xfrm>
            <a:prstGeom prst="line">
              <a:avLst/>
            </a:prstGeom>
            <a:ln w="19050">
              <a:solidFill>
                <a:schemeClr val="bg1">
                  <a:lumMod val="95000"/>
                  <a:alpha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137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0F27B60D-702C-233B-8C11-46C62ADFD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10166691 w 12192000"/>
              <a:gd name="connsiteY0" fmla="*/ 461221 h 6858000"/>
              <a:gd name="connsiteX1" fmla="*/ 9095955 w 12192000"/>
              <a:gd name="connsiteY1" fmla="*/ 1076812 h 6858000"/>
              <a:gd name="connsiteX2" fmla="*/ 9511010 w 12192000"/>
              <a:gd name="connsiteY2" fmla="*/ 2889769 h 6858000"/>
              <a:gd name="connsiteX3" fmla="*/ 11323967 w 12192000"/>
              <a:gd name="connsiteY3" fmla="*/ 2474714 h 6858000"/>
              <a:gd name="connsiteX4" fmla="*/ 10908912 w 12192000"/>
              <a:gd name="connsiteY4" fmla="*/ 661756 h 6858000"/>
              <a:gd name="connsiteX5" fmla="*/ 10166691 w 12192000"/>
              <a:gd name="connsiteY5" fmla="*/ 461221 h 6858000"/>
              <a:gd name="connsiteX6" fmla="*/ 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9376711 w 12192000"/>
              <a:gd name="connsiteY9" fmla="*/ 6858000 h 6858000"/>
              <a:gd name="connsiteX10" fmla="*/ 10054548 w 12192000"/>
              <a:gd name="connsiteY10" fmla="*/ 5717698 h 6858000"/>
              <a:gd name="connsiteX11" fmla="*/ 9377718 w 12192000"/>
              <a:gd name="connsiteY11" fmla="*/ 3056807 h 6858000"/>
              <a:gd name="connsiteX12" fmla="*/ 9377718 w 12192000"/>
              <a:gd name="connsiteY12" fmla="*/ 3056806 h 6858000"/>
              <a:gd name="connsiteX13" fmla="*/ 8462507 w 12192000"/>
              <a:gd name="connsiteY13" fmla="*/ 2785368 h 6858000"/>
              <a:gd name="connsiteX14" fmla="*/ 6716827 w 12192000"/>
              <a:gd name="connsiteY14" fmla="*/ 3733637 h 6858000"/>
              <a:gd name="connsiteX15" fmla="*/ 4859594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10166691" y="461221"/>
                </a:moveTo>
                <a:cubicBezTo>
                  <a:pt x="9744757" y="475494"/>
                  <a:pt x="9337218" y="692282"/>
                  <a:pt x="9095955" y="1076812"/>
                </a:cubicBezTo>
                <a:cubicBezTo>
                  <a:pt x="8709935" y="1692060"/>
                  <a:pt x="8895761" y="2503749"/>
                  <a:pt x="9511010" y="2889769"/>
                </a:cubicBezTo>
                <a:cubicBezTo>
                  <a:pt x="10126258" y="3275789"/>
                  <a:pt x="10937947" y="3089963"/>
                  <a:pt x="11323967" y="2474714"/>
                </a:cubicBezTo>
                <a:cubicBezTo>
                  <a:pt x="11709987" y="1859466"/>
                  <a:pt x="11524161" y="1047777"/>
                  <a:pt x="10908912" y="661756"/>
                </a:cubicBezTo>
                <a:cubicBezTo>
                  <a:pt x="10678195" y="516999"/>
                  <a:pt x="10419852" y="452657"/>
                  <a:pt x="10166691" y="4612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376711" y="6858000"/>
                </a:lnTo>
                <a:lnTo>
                  <a:pt x="10054548" y="5717698"/>
                </a:lnTo>
                <a:cubicBezTo>
                  <a:pt x="10602431" y="4796012"/>
                  <a:pt x="10299404" y="3604691"/>
                  <a:pt x="9377718" y="3056807"/>
                </a:cubicBezTo>
                <a:lnTo>
                  <a:pt x="9377718" y="3056806"/>
                </a:lnTo>
                <a:cubicBezTo>
                  <a:pt x="9089691" y="2885593"/>
                  <a:pt x="8775333" y="2797477"/>
                  <a:pt x="8462507" y="2785368"/>
                </a:cubicBezTo>
                <a:cubicBezTo>
                  <a:pt x="7774293" y="2758732"/>
                  <a:pt x="7093497" y="3099978"/>
                  <a:pt x="6716827" y="3733637"/>
                </a:cubicBezTo>
                <a:lnTo>
                  <a:pt x="485959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CBFDA-211B-7CAA-45F6-F0B53DDDA7D8}"/>
              </a:ext>
            </a:extLst>
          </p:cNvPr>
          <p:cNvSpPr txBox="1"/>
          <p:nvPr/>
        </p:nvSpPr>
        <p:spPr>
          <a:xfrm>
            <a:off x="1398049" y="1821887"/>
            <a:ext cx="56820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rgbClr val="FF0000"/>
                </a:solidFill>
                <a:latin typeface="+mj-lt"/>
              </a:rPr>
              <a:t>Zomato Data </a:t>
            </a:r>
          </a:p>
          <a:p>
            <a:r>
              <a:rPr lang="en-IN" sz="6000" b="1" dirty="0">
                <a:solidFill>
                  <a:srgbClr val="FF0000"/>
                </a:solidFill>
                <a:latin typeface="+mj-lt"/>
              </a:rPr>
              <a:t>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B41D9-AAD0-2C43-11B2-6062D1A690D0}"/>
              </a:ext>
            </a:extLst>
          </p:cNvPr>
          <p:cNvSpPr txBox="1"/>
          <p:nvPr/>
        </p:nvSpPr>
        <p:spPr>
          <a:xfrm>
            <a:off x="1398049" y="3990674"/>
            <a:ext cx="3029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Presented By: Group 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1B14DA-8BB7-9E51-FC3F-0F3E670D0555}"/>
              </a:ext>
            </a:extLst>
          </p:cNvPr>
          <p:cNvSpPr/>
          <p:nvPr/>
        </p:nvSpPr>
        <p:spPr>
          <a:xfrm>
            <a:off x="1484102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18A4C49-1D40-2E94-2085-C0052E29EC9B}"/>
              </a:ext>
            </a:extLst>
          </p:cNvPr>
          <p:cNvSpPr/>
          <p:nvPr/>
        </p:nvSpPr>
        <p:spPr>
          <a:xfrm>
            <a:off x="3021401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DCA6E2-A531-5F46-3552-6F91831B0406}"/>
              </a:ext>
            </a:extLst>
          </p:cNvPr>
          <p:cNvSpPr/>
          <p:nvPr/>
        </p:nvSpPr>
        <p:spPr>
          <a:xfrm>
            <a:off x="4558700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9D1FEF6-68A8-48AB-73B6-F81355553EF1}"/>
              </a:ext>
            </a:extLst>
          </p:cNvPr>
          <p:cNvSpPr/>
          <p:nvPr/>
        </p:nvSpPr>
        <p:spPr>
          <a:xfrm>
            <a:off x="6096000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A person riding a red scooter&#10;&#10;AI-generated content may be incorrect.">
            <a:extLst>
              <a:ext uri="{FF2B5EF4-FFF2-40B4-BE49-F238E27FC236}">
                <a16:creationId xmlns:a16="http://schemas.microsoft.com/office/drawing/2014/main" id="{11871802-9299-976C-7F52-6F8490214F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5" t="5801" r="14231" b="4771"/>
          <a:stretch>
            <a:fillRect/>
          </a:stretch>
        </p:blipFill>
        <p:spPr>
          <a:xfrm flipH="1">
            <a:off x="6974098" y="2971800"/>
            <a:ext cx="3733800" cy="3407227"/>
          </a:xfrm>
          <a:prstGeom prst="rect">
            <a:avLst/>
          </a:prstGeom>
        </p:spPr>
      </p:pic>
      <p:pic>
        <p:nvPicPr>
          <p:cNvPr id="14" name="Picture 13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7837DAD0-A819-43F7-5D08-50A80C5F42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5" t="6929" r="7275" b="5639"/>
          <a:stretch>
            <a:fillRect/>
          </a:stretch>
        </p:blipFill>
        <p:spPr>
          <a:xfrm>
            <a:off x="9882406" y="100117"/>
            <a:ext cx="1650984" cy="161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3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DB7B-9F3A-3BDF-21AE-8AB88E3F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1B958FAA-591C-00B6-2FBB-2142E1D4F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10166691 w 12192000"/>
              <a:gd name="connsiteY0" fmla="*/ 461221 h 6858000"/>
              <a:gd name="connsiteX1" fmla="*/ 9095955 w 12192000"/>
              <a:gd name="connsiteY1" fmla="*/ 1076812 h 6858000"/>
              <a:gd name="connsiteX2" fmla="*/ 9511010 w 12192000"/>
              <a:gd name="connsiteY2" fmla="*/ 2889769 h 6858000"/>
              <a:gd name="connsiteX3" fmla="*/ 11323967 w 12192000"/>
              <a:gd name="connsiteY3" fmla="*/ 2474714 h 6858000"/>
              <a:gd name="connsiteX4" fmla="*/ 10908912 w 12192000"/>
              <a:gd name="connsiteY4" fmla="*/ 661756 h 6858000"/>
              <a:gd name="connsiteX5" fmla="*/ 10166691 w 12192000"/>
              <a:gd name="connsiteY5" fmla="*/ 461221 h 6858000"/>
              <a:gd name="connsiteX6" fmla="*/ 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9376711 w 12192000"/>
              <a:gd name="connsiteY9" fmla="*/ 6858000 h 6858000"/>
              <a:gd name="connsiteX10" fmla="*/ 10054548 w 12192000"/>
              <a:gd name="connsiteY10" fmla="*/ 5717698 h 6858000"/>
              <a:gd name="connsiteX11" fmla="*/ 9377718 w 12192000"/>
              <a:gd name="connsiteY11" fmla="*/ 3056807 h 6858000"/>
              <a:gd name="connsiteX12" fmla="*/ 9377718 w 12192000"/>
              <a:gd name="connsiteY12" fmla="*/ 3056806 h 6858000"/>
              <a:gd name="connsiteX13" fmla="*/ 8462507 w 12192000"/>
              <a:gd name="connsiteY13" fmla="*/ 2785368 h 6858000"/>
              <a:gd name="connsiteX14" fmla="*/ 6716827 w 12192000"/>
              <a:gd name="connsiteY14" fmla="*/ 3733637 h 6858000"/>
              <a:gd name="connsiteX15" fmla="*/ 4859594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10166691" y="461221"/>
                </a:moveTo>
                <a:cubicBezTo>
                  <a:pt x="9744757" y="475494"/>
                  <a:pt x="9337218" y="692282"/>
                  <a:pt x="9095955" y="1076812"/>
                </a:cubicBezTo>
                <a:cubicBezTo>
                  <a:pt x="8709935" y="1692060"/>
                  <a:pt x="8895761" y="2503749"/>
                  <a:pt x="9511010" y="2889769"/>
                </a:cubicBezTo>
                <a:cubicBezTo>
                  <a:pt x="10126258" y="3275789"/>
                  <a:pt x="10937947" y="3089963"/>
                  <a:pt x="11323967" y="2474714"/>
                </a:cubicBezTo>
                <a:cubicBezTo>
                  <a:pt x="11709987" y="1859466"/>
                  <a:pt x="11524161" y="1047777"/>
                  <a:pt x="10908912" y="661756"/>
                </a:cubicBezTo>
                <a:cubicBezTo>
                  <a:pt x="10678195" y="516999"/>
                  <a:pt x="10419852" y="452657"/>
                  <a:pt x="10166691" y="4612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376711" y="6858000"/>
                </a:lnTo>
                <a:lnTo>
                  <a:pt x="10054548" y="5717698"/>
                </a:lnTo>
                <a:cubicBezTo>
                  <a:pt x="10602431" y="4796012"/>
                  <a:pt x="10299404" y="3604691"/>
                  <a:pt x="9377718" y="3056807"/>
                </a:cubicBezTo>
                <a:lnTo>
                  <a:pt x="9377718" y="3056806"/>
                </a:lnTo>
                <a:cubicBezTo>
                  <a:pt x="9089691" y="2885593"/>
                  <a:pt x="8775333" y="2797477"/>
                  <a:pt x="8462507" y="2785368"/>
                </a:cubicBezTo>
                <a:cubicBezTo>
                  <a:pt x="7774293" y="2758732"/>
                  <a:pt x="7093497" y="3099978"/>
                  <a:pt x="6716827" y="3733637"/>
                </a:cubicBezTo>
                <a:lnTo>
                  <a:pt x="485959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15C964-B3F1-45AA-A6E0-BB28F34DC9E6}"/>
              </a:ext>
            </a:extLst>
          </p:cNvPr>
          <p:cNvSpPr txBox="1"/>
          <p:nvPr/>
        </p:nvSpPr>
        <p:spPr>
          <a:xfrm>
            <a:off x="840285" y="1109718"/>
            <a:ext cx="71472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/>
                </a:solidFill>
                <a:latin typeface="+mj-lt"/>
              </a:rPr>
              <a:t>Group Members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A86156E-4EF2-084B-44B6-F4BAC47FB514}"/>
              </a:ext>
            </a:extLst>
          </p:cNvPr>
          <p:cNvSpPr/>
          <p:nvPr/>
        </p:nvSpPr>
        <p:spPr>
          <a:xfrm>
            <a:off x="1484102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1A1D9D-4360-E63F-8CF3-25AE8D4DE74F}"/>
              </a:ext>
            </a:extLst>
          </p:cNvPr>
          <p:cNvSpPr/>
          <p:nvPr/>
        </p:nvSpPr>
        <p:spPr>
          <a:xfrm>
            <a:off x="3021401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44B0B3A-945B-4382-7177-F436C238E366}"/>
              </a:ext>
            </a:extLst>
          </p:cNvPr>
          <p:cNvSpPr/>
          <p:nvPr/>
        </p:nvSpPr>
        <p:spPr>
          <a:xfrm>
            <a:off x="4558700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B1F859B-C43C-53B1-B0C2-8A147DE590CA}"/>
              </a:ext>
            </a:extLst>
          </p:cNvPr>
          <p:cNvSpPr/>
          <p:nvPr/>
        </p:nvSpPr>
        <p:spPr>
          <a:xfrm>
            <a:off x="6096000" y="559170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 descr="A person riding a red scooter&#10;&#10;AI-generated content may be incorrect.">
            <a:extLst>
              <a:ext uri="{FF2B5EF4-FFF2-40B4-BE49-F238E27FC236}">
                <a16:creationId xmlns:a16="http://schemas.microsoft.com/office/drawing/2014/main" id="{E91B7174-D46B-22B3-23EE-521D96E14B4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5" t="5801" r="14231" b="4771"/>
          <a:stretch>
            <a:fillRect/>
          </a:stretch>
        </p:blipFill>
        <p:spPr>
          <a:xfrm>
            <a:off x="0" y="3999"/>
            <a:ext cx="1216764" cy="1110341"/>
          </a:xfrm>
          <a:prstGeom prst="rect">
            <a:avLst/>
          </a:prstGeom>
        </p:spPr>
      </p:pic>
      <p:pic>
        <p:nvPicPr>
          <p:cNvPr id="2" name="Picture 1" descr="A person riding a red scooter&#10;&#10;AI-generated content may be incorrect.">
            <a:extLst>
              <a:ext uri="{FF2B5EF4-FFF2-40B4-BE49-F238E27FC236}">
                <a16:creationId xmlns:a16="http://schemas.microsoft.com/office/drawing/2014/main" id="{371B7366-F9B9-3F9E-CA22-8BDE706F712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5" t="5801" r="14231" b="4771"/>
          <a:stretch>
            <a:fillRect/>
          </a:stretch>
        </p:blipFill>
        <p:spPr>
          <a:xfrm>
            <a:off x="-372563" y="5806827"/>
            <a:ext cx="1216764" cy="1110341"/>
          </a:xfrm>
          <a:prstGeom prst="rect">
            <a:avLst/>
          </a:prstGeom>
        </p:spPr>
      </p:pic>
      <p:pic>
        <p:nvPicPr>
          <p:cNvPr id="3" name="Picture 2" descr="A person riding a red scooter&#10;&#10;AI-generated content may be incorrect.">
            <a:extLst>
              <a:ext uri="{FF2B5EF4-FFF2-40B4-BE49-F238E27FC236}">
                <a16:creationId xmlns:a16="http://schemas.microsoft.com/office/drawing/2014/main" id="{717CB7E8-569B-18BD-432A-6D82FBC8EB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5" t="5801" r="14231" b="4771"/>
          <a:stretch>
            <a:fillRect/>
          </a:stretch>
        </p:blipFill>
        <p:spPr>
          <a:xfrm>
            <a:off x="11347799" y="5841063"/>
            <a:ext cx="1216764" cy="111034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649618-6C51-B302-15D5-71770B2A6156}"/>
              </a:ext>
            </a:extLst>
          </p:cNvPr>
          <p:cNvGrpSpPr/>
          <p:nvPr/>
        </p:nvGrpSpPr>
        <p:grpSpPr>
          <a:xfrm>
            <a:off x="840285" y="1785494"/>
            <a:ext cx="3235494" cy="1154911"/>
            <a:chOff x="1216763" y="1704192"/>
            <a:chExt cx="3235494" cy="11549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6A847B-44F2-2B25-12E3-87DADC418582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404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Abhishek U B     </a:t>
              </a:r>
            </a:p>
          </p:txBody>
        </p:sp>
        <p:pic>
          <p:nvPicPr>
            <p:cNvPr id="11" name="Picture 10" descr="A silhouette of a person in a suit&#10;&#10;AI-generated content may be incorrect.">
              <a:extLst>
                <a:ext uri="{FF2B5EF4-FFF2-40B4-BE49-F238E27FC236}">
                  <a16:creationId xmlns:a16="http://schemas.microsoft.com/office/drawing/2014/main" id="{EE42E6CD-1CD0-79AC-BE91-CB96A372F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72414C-4165-C1A7-B6DC-82D22F1815A0}"/>
              </a:ext>
            </a:extLst>
          </p:cNvPr>
          <p:cNvGrpSpPr/>
          <p:nvPr/>
        </p:nvGrpSpPr>
        <p:grpSpPr>
          <a:xfrm>
            <a:off x="4558700" y="1785494"/>
            <a:ext cx="3235494" cy="1154911"/>
            <a:chOff x="1216763" y="1704192"/>
            <a:chExt cx="3235494" cy="115491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B664EB-37DD-C6EF-0C41-824E14747277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Apurva Sarode   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5CEB721-48E8-FDAA-83A9-038945AB4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9B1F33-8590-F713-DB6B-A2CFDA1F162B}"/>
              </a:ext>
            </a:extLst>
          </p:cNvPr>
          <p:cNvGrpSpPr/>
          <p:nvPr/>
        </p:nvGrpSpPr>
        <p:grpSpPr>
          <a:xfrm>
            <a:off x="8375350" y="1799987"/>
            <a:ext cx="3235494" cy="1154911"/>
            <a:chOff x="1216763" y="1704192"/>
            <a:chExt cx="3235494" cy="115491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B18784-859C-D8E3-3F90-F745213D770B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Ishta 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3C3473-D30A-184B-49FC-989C9C4E8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7F73F9-0374-F53B-107F-82624046D480}"/>
              </a:ext>
            </a:extLst>
          </p:cNvPr>
          <p:cNvGrpSpPr/>
          <p:nvPr/>
        </p:nvGrpSpPr>
        <p:grpSpPr>
          <a:xfrm>
            <a:off x="840285" y="3511093"/>
            <a:ext cx="3235494" cy="1154911"/>
            <a:chOff x="1216763" y="1704192"/>
            <a:chExt cx="3235494" cy="115491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6BE40E-D20D-A035-E2D7-38838051E45E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Mahalakshmi Yadav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524E35C-808C-C76C-F170-35F1A836F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100731-B6F9-5722-35D7-A2991C0CE75E}"/>
              </a:ext>
            </a:extLst>
          </p:cNvPr>
          <p:cNvGrpSpPr/>
          <p:nvPr/>
        </p:nvGrpSpPr>
        <p:grpSpPr>
          <a:xfrm>
            <a:off x="4478253" y="3550668"/>
            <a:ext cx="3235494" cy="1154911"/>
            <a:chOff x="1216763" y="1704192"/>
            <a:chExt cx="3235494" cy="115491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40BF45-8465-CAE4-7F64-192E7C56AF4C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 err="1">
                  <a:solidFill>
                    <a:schemeClr val="accent2"/>
                  </a:solidFill>
                  <a:latin typeface="+mj-lt"/>
                </a:rPr>
                <a:t>Subhisha</a:t>
              </a:r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 C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72A232E-B3FA-B723-8E07-411179CF9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472803-1E45-974B-D570-5824537E76BD}"/>
              </a:ext>
            </a:extLst>
          </p:cNvPr>
          <p:cNvGrpSpPr/>
          <p:nvPr/>
        </p:nvGrpSpPr>
        <p:grpSpPr>
          <a:xfrm>
            <a:off x="8364001" y="3573793"/>
            <a:ext cx="3235494" cy="1154911"/>
            <a:chOff x="1216763" y="1704192"/>
            <a:chExt cx="3235494" cy="115491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75FACA-8A99-113A-EF13-96F3CA225693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 err="1">
                  <a:solidFill>
                    <a:schemeClr val="accent2"/>
                  </a:solidFill>
                  <a:latin typeface="+mj-lt"/>
                </a:rPr>
                <a:t>Venkola</a:t>
              </a:r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 Rohith Kumar    </a:t>
              </a:r>
            </a:p>
          </p:txBody>
        </p:sp>
        <p:pic>
          <p:nvPicPr>
            <p:cNvPr id="29" name="Picture 28" descr="A silhouette of a person in a suit&#10;&#10;AI-generated content may be incorrect.">
              <a:extLst>
                <a:ext uri="{FF2B5EF4-FFF2-40B4-BE49-F238E27FC236}">
                  <a16:creationId xmlns:a16="http://schemas.microsoft.com/office/drawing/2014/main" id="{012E6871-3914-902C-753C-20D4BCA3F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3BCCC5-D20F-1C36-C678-C205EDE2CBA8}"/>
              </a:ext>
            </a:extLst>
          </p:cNvPr>
          <p:cNvGrpSpPr/>
          <p:nvPr/>
        </p:nvGrpSpPr>
        <p:grpSpPr>
          <a:xfrm>
            <a:off x="840285" y="5155218"/>
            <a:ext cx="3235494" cy="1154911"/>
            <a:chOff x="1216763" y="1704192"/>
            <a:chExt cx="3235494" cy="115491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627353-53B6-4656-AFA0-87B7FC7420AB}"/>
                </a:ext>
              </a:extLst>
            </p:cNvPr>
            <p:cNvSpPr txBox="1"/>
            <p:nvPr/>
          </p:nvSpPr>
          <p:spPr>
            <a:xfrm>
              <a:off x="1216763" y="1990405"/>
              <a:ext cx="192920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 err="1">
                  <a:solidFill>
                    <a:schemeClr val="accent2"/>
                  </a:solidFill>
                  <a:latin typeface="+mj-lt"/>
                </a:rPr>
                <a:t>Vijaysingh</a:t>
              </a:r>
              <a:r>
                <a:rPr lang="en-IN" sz="2000" b="1" dirty="0">
                  <a:solidFill>
                    <a:schemeClr val="accent2"/>
                  </a:solidFill>
                  <a:latin typeface="+mj-lt"/>
                </a:rPr>
                <a:t> Pardeshi    </a:t>
              </a:r>
            </a:p>
          </p:txBody>
        </p:sp>
        <p:pic>
          <p:nvPicPr>
            <p:cNvPr id="36" name="Picture 35" descr="A silhouette of a person in a suit&#10;&#10;AI-generated content may be incorrect.">
              <a:extLst>
                <a:ext uri="{FF2B5EF4-FFF2-40B4-BE49-F238E27FC236}">
                  <a16:creationId xmlns:a16="http://schemas.microsoft.com/office/drawing/2014/main" id="{BB831C36-3F0C-2646-F47D-2FCD74772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346" y="1704192"/>
              <a:ext cx="1154911" cy="11549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4829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087E5848-B520-3961-9D17-C17D09046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5844080 w 12192000"/>
              <a:gd name="connsiteY0" fmla="*/ 3362813 h 6858000"/>
              <a:gd name="connsiteX1" fmla="*/ 4409709 w 12192000"/>
              <a:gd name="connsiteY1" fmla="*/ 4797184 h 6858000"/>
              <a:gd name="connsiteX2" fmla="*/ 5844080 w 12192000"/>
              <a:gd name="connsiteY2" fmla="*/ 6231555 h 6858000"/>
              <a:gd name="connsiteX3" fmla="*/ 9919429 w 12192000"/>
              <a:gd name="connsiteY3" fmla="*/ 6231555 h 6858000"/>
              <a:gd name="connsiteX4" fmla="*/ 11353800 w 12192000"/>
              <a:gd name="connsiteY4" fmla="*/ 4797184 h 6858000"/>
              <a:gd name="connsiteX5" fmla="*/ 9919429 w 12192000"/>
              <a:gd name="connsiteY5" fmla="*/ 3362813 h 6858000"/>
              <a:gd name="connsiteX6" fmla="*/ 2654620 w 12192000"/>
              <a:gd name="connsiteY6" fmla="*/ 3362812 h 6858000"/>
              <a:gd name="connsiteX7" fmla="*/ 1220249 w 12192000"/>
              <a:gd name="connsiteY7" fmla="*/ 4797183 h 6858000"/>
              <a:gd name="connsiteX8" fmla="*/ 2654620 w 12192000"/>
              <a:gd name="connsiteY8" fmla="*/ 6231554 h 6858000"/>
              <a:gd name="connsiteX9" fmla="*/ 4088991 w 12192000"/>
              <a:gd name="connsiteY9" fmla="*/ 4797183 h 6858000"/>
              <a:gd name="connsiteX10" fmla="*/ 2654620 w 12192000"/>
              <a:gd name="connsiteY10" fmla="*/ 3362812 h 6858000"/>
              <a:gd name="connsiteX11" fmla="*/ 0 w 12192000"/>
              <a:gd name="connsiteY11" fmla="*/ 0 h 6858000"/>
              <a:gd name="connsiteX12" fmla="*/ 12192000 w 12192000"/>
              <a:gd name="connsiteY12" fmla="*/ 0 h 6858000"/>
              <a:gd name="connsiteX13" fmla="*/ 12192000 w 12192000"/>
              <a:gd name="connsiteY13" fmla="*/ 6858000 h 6858000"/>
              <a:gd name="connsiteX14" fmla="*/ 0 w 12192000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5844080" y="3362813"/>
                </a:moveTo>
                <a:cubicBezTo>
                  <a:pt x="5051899" y="3362813"/>
                  <a:pt x="4409709" y="4005003"/>
                  <a:pt x="4409709" y="4797184"/>
                </a:cubicBezTo>
                <a:cubicBezTo>
                  <a:pt x="4409709" y="5589365"/>
                  <a:pt x="5051899" y="6231555"/>
                  <a:pt x="5844080" y="6231555"/>
                </a:cubicBezTo>
                <a:lnTo>
                  <a:pt x="9919429" y="6231555"/>
                </a:lnTo>
                <a:cubicBezTo>
                  <a:pt x="10711610" y="6231555"/>
                  <a:pt x="11353800" y="5589365"/>
                  <a:pt x="11353800" y="4797184"/>
                </a:cubicBezTo>
                <a:cubicBezTo>
                  <a:pt x="11353800" y="4005003"/>
                  <a:pt x="10711610" y="3362813"/>
                  <a:pt x="9919429" y="3362813"/>
                </a:cubicBezTo>
                <a:close/>
                <a:moveTo>
                  <a:pt x="2654620" y="3362812"/>
                </a:moveTo>
                <a:cubicBezTo>
                  <a:pt x="1862439" y="3362812"/>
                  <a:pt x="1220249" y="4005002"/>
                  <a:pt x="1220249" y="4797183"/>
                </a:cubicBezTo>
                <a:cubicBezTo>
                  <a:pt x="1220249" y="5589364"/>
                  <a:pt x="1862439" y="6231554"/>
                  <a:pt x="2654620" y="6231554"/>
                </a:cubicBezTo>
                <a:cubicBezTo>
                  <a:pt x="3446801" y="6231554"/>
                  <a:pt x="4088991" y="5589364"/>
                  <a:pt x="4088991" y="4797183"/>
                </a:cubicBezTo>
                <a:cubicBezTo>
                  <a:pt x="4088991" y="4005002"/>
                  <a:pt x="3446801" y="3362812"/>
                  <a:pt x="2654620" y="336281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CBFDA-211B-7CAA-45F6-F0B53DDDA7D8}"/>
              </a:ext>
            </a:extLst>
          </p:cNvPr>
          <p:cNvSpPr txBox="1"/>
          <p:nvPr/>
        </p:nvSpPr>
        <p:spPr>
          <a:xfrm>
            <a:off x="1240348" y="1072572"/>
            <a:ext cx="3097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+mj-lt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1591C-6388-DFFA-3755-AD6F98EB1267}"/>
              </a:ext>
            </a:extLst>
          </p:cNvPr>
          <p:cNvSpPr txBox="1"/>
          <p:nvPr/>
        </p:nvSpPr>
        <p:spPr>
          <a:xfrm>
            <a:off x="1240348" y="1775400"/>
            <a:ext cx="5301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+mj-lt"/>
              </a:rPr>
              <a:t>This project focuses on analyzing Zomato restaurant data to uncover insights into global dining trends, pricing patterns, customer preferences, and restaurant performance</a:t>
            </a:r>
            <a:endParaRPr lang="en-IN" sz="16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3A52A-A3B8-AA7C-D3D0-27B8E311BA1B}"/>
              </a:ext>
            </a:extLst>
          </p:cNvPr>
          <p:cNvSpPr txBox="1"/>
          <p:nvPr/>
        </p:nvSpPr>
        <p:spPr>
          <a:xfrm>
            <a:off x="6614393" y="1775399"/>
            <a:ext cx="5301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+mj-lt"/>
              </a:rPr>
              <a:t>Using tools like </a:t>
            </a:r>
            <a:r>
              <a:rPr lang="en-US" sz="1600" b="1" i="1" dirty="0">
                <a:solidFill>
                  <a:srgbClr val="002060"/>
                </a:solidFill>
                <a:latin typeface="+mj-lt"/>
              </a:rPr>
              <a:t>Power BI, Tableau, Excel and SQL</a:t>
            </a:r>
            <a:r>
              <a:rPr lang="en-US" sz="1600" b="1" dirty="0">
                <a:solidFill>
                  <a:srgbClr val="002060"/>
                </a:solidFill>
                <a:latin typeface="+mj-lt"/>
              </a:rPr>
              <a:t>, the goal is to transform raw data into meaningful visualizations that support data-driven decisions .</a:t>
            </a:r>
            <a:endParaRPr lang="en-IN" sz="1600" b="1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6ABD108-195F-3061-8FC2-2654D339EDB8}"/>
              </a:ext>
            </a:extLst>
          </p:cNvPr>
          <p:cNvGrpSpPr/>
          <p:nvPr/>
        </p:nvGrpSpPr>
        <p:grpSpPr>
          <a:xfrm>
            <a:off x="8723534" y="1142094"/>
            <a:ext cx="541460" cy="382158"/>
            <a:chOff x="9045227" y="1066344"/>
            <a:chExt cx="555973" cy="392403"/>
          </a:xfrm>
          <a:solidFill>
            <a:schemeClr val="accent1">
              <a:lumMod val="75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82769A7-3C68-A08F-5265-7BBED2B5E5D4}"/>
                </a:ext>
              </a:extLst>
            </p:cNvPr>
            <p:cNvSpPr/>
            <p:nvPr/>
          </p:nvSpPr>
          <p:spPr>
            <a:xfrm>
              <a:off x="9045227" y="1066344"/>
              <a:ext cx="246412" cy="392403"/>
            </a:xfrm>
            <a:custGeom>
              <a:avLst/>
              <a:gdLst>
                <a:gd name="connsiteX0" fmla="*/ 289372 w 394909"/>
                <a:gd name="connsiteY0" fmla="*/ 0 h 628880"/>
                <a:gd name="connsiteX1" fmla="*/ 289372 w 394909"/>
                <a:gd name="connsiteY1" fmla="*/ 124141 h 628880"/>
                <a:gd name="connsiteX2" fmla="*/ 138563 w 394909"/>
                <a:gd name="connsiteY2" fmla="*/ 221945 h 628880"/>
                <a:gd name="connsiteX3" fmla="*/ 132337 w 394909"/>
                <a:gd name="connsiteY3" fmla="*/ 249330 h 628880"/>
                <a:gd name="connsiteX4" fmla="*/ 198459 w 394909"/>
                <a:gd name="connsiteY4" fmla="*/ 235980 h 628880"/>
                <a:gd name="connsiteX5" fmla="*/ 394909 w 394909"/>
                <a:gd name="connsiteY5" fmla="*/ 432430 h 628880"/>
                <a:gd name="connsiteX6" fmla="*/ 198459 w 394909"/>
                <a:gd name="connsiteY6" fmla="*/ 628880 h 628880"/>
                <a:gd name="connsiteX7" fmla="*/ 2009 w 394909"/>
                <a:gd name="connsiteY7" fmla="*/ 432430 h 628880"/>
                <a:gd name="connsiteX8" fmla="*/ 2249 w 394909"/>
                <a:gd name="connsiteY8" fmla="*/ 430049 h 628880"/>
                <a:gd name="connsiteX9" fmla="*/ 0 w 394909"/>
                <a:gd name="connsiteY9" fmla="*/ 430049 h 628880"/>
                <a:gd name="connsiteX10" fmla="*/ 0 w 394909"/>
                <a:gd name="connsiteY10" fmla="*/ 284742 h 628880"/>
                <a:gd name="connsiteX11" fmla="*/ 289372 w 394909"/>
                <a:gd name="connsiteY11" fmla="*/ 0 h 628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4909" h="628880">
                  <a:moveTo>
                    <a:pt x="289372" y="0"/>
                  </a:moveTo>
                  <a:lnTo>
                    <a:pt x="289372" y="124141"/>
                  </a:lnTo>
                  <a:cubicBezTo>
                    <a:pt x="222307" y="124173"/>
                    <a:pt x="164388" y="164216"/>
                    <a:pt x="138563" y="221945"/>
                  </a:cubicBezTo>
                  <a:lnTo>
                    <a:pt x="132337" y="249330"/>
                  </a:lnTo>
                  <a:lnTo>
                    <a:pt x="198459" y="235980"/>
                  </a:lnTo>
                  <a:cubicBezTo>
                    <a:pt x="306955" y="235980"/>
                    <a:pt x="394909" y="323934"/>
                    <a:pt x="394909" y="432430"/>
                  </a:cubicBezTo>
                  <a:cubicBezTo>
                    <a:pt x="394909" y="540926"/>
                    <a:pt x="306955" y="628880"/>
                    <a:pt x="198459" y="628880"/>
                  </a:cubicBezTo>
                  <a:cubicBezTo>
                    <a:pt x="89963" y="628880"/>
                    <a:pt x="2009" y="540926"/>
                    <a:pt x="2009" y="432430"/>
                  </a:cubicBezTo>
                  <a:lnTo>
                    <a:pt x="2249" y="430049"/>
                  </a:lnTo>
                  <a:lnTo>
                    <a:pt x="0" y="430049"/>
                  </a:lnTo>
                  <a:lnTo>
                    <a:pt x="0" y="284742"/>
                  </a:lnTo>
                  <a:cubicBezTo>
                    <a:pt x="2529" y="126737"/>
                    <a:pt x="131348" y="-20"/>
                    <a:pt x="28937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2833F9A-E218-D40C-3C23-6D39DF887EAD}"/>
                </a:ext>
              </a:extLst>
            </p:cNvPr>
            <p:cNvSpPr/>
            <p:nvPr/>
          </p:nvSpPr>
          <p:spPr>
            <a:xfrm>
              <a:off x="9354788" y="1066344"/>
              <a:ext cx="246412" cy="392403"/>
            </a:xfrm>
            <a:custGeom>
              <a:avLst/>
              <a:gdLst>
                <a:gd name="connsiteX0" fmla="*/ 289372 w 394909"/>
                <a:gd name="connsiteY0" fmla="*/ 0 h 628880"/>
                <a:gd name="connsiteX1" fmla="*/ 289372 w 394909"/>
                <a:gd name="connsiteY1" fmla="*/ 124141 h 628880"/>
                <a:gd name="connsiteX2" fmla="*/ 138563 w 394909"/>
                <a:gd name="connsiteY2" fmla="*/ 221945 h 628880"/>
                <a:gd name="connsiteX3" fmla="*/ 132337 w 394909"/>
                <a:gd name="connsiteY3" fmla="*/ 249330 h 628880"/>
                <a:gd name="connsiteX4" fmla="*/ 198459 w 394909"/>
                <a:gd name="connsiteY4" fmla="*/ 235980 h 628880"/>
                <a:gd name="connsiteX5" fmla="*/ 394909 w 394909"/>
                <a:gd name="connsiteY5" fmla="*/ 432430 h 628880"/>
                <a:gd name="connsiteX6" fmla="*/ 198459 w 394909"/>
                <a:gd name="connsiteY6" fmla="*/ 628880 h 628880"/>
                <a:gd name="connsiteX7" fmla="*/ 2009 w 394909"/>
                <a:gd name="connsiteY7" fmla="*/ 432430 h 628880"/>
                <a:gd name="connsiteX8" fmla="*/ 2249 w 394909"/>
                <a:gd name="connsiteY8" fmla="*/ 430049 h 628880"/>
                <a:gd name="connsiteX9" fmla="*/ 0 w 394909"/>
                <a:gd name="connsiteY9" fmla="*/ 430049 h 628880"/>
                <a:gd name="connsiteX10" fmla="*/ 0 w 394909"/>
                <a:gd name="connsiteY10" fmla="*/ 284742 h 628880"/>
                <a:gd name="connsiteX11" fmla="*/ 289372 w 394909"/>
                <a:gd name="connsiteY11" fmla="*/ 0 h 628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4909" h="628880">
                  <a:moveTo>
                    <a:pt x="289372" y="0"/>
                  </a:moveTo>
                  <a:lnTo>
                    <a:pt x="289372" y="124141"/>
                  </a:lnTo>
                  <a:cubicBezTo>
                    <a:pt x="222307" y="124173"/>
                    <a:pt x="164388" y="164216"/>
                    <a:pt x="138563" y="221945"/>
                  </a:cubicBezTo>
                  <a:lnTo>
                    <a:pt x="132337" y="249330"/>
                  </a:lnTo>
                  <a:lnTo>
                    <a:pt x="198459" y="235980"/>
                  </a:lnTo>
                  <a:cubicBezTo>
                    <a:pt x="306955" y="235980"/>
                    <a:pt x="394909" y="323934"/>
                    <a:pt x="394909" y="432430"/>
                  </a:cubicBezTo>
                  <a:cubicBezTo>
                    <a:pt x="394909" y="540926"/>
                    <a:pt x="306955" y="628880"/>
                    <a:pt x="198459" y="628880"/>
                  </a:cubicBezTo>
                  <a:cubicBezTo>
                    <a:pt x="89963" y="628880"/>
                    <a:pt x="2009" y="540926"/>
                    <a:pt x="2009" y="432430"/>
                  </a:cubicBezTo>
                  <a:lnTo>
                    <a:pt x="2249" y="430049"/>
                  </a:lnTo>
                  <a:lnTo>
                    <a:pt x="0" y="430049"/>
                  </a:lnTo>
                  <a:lnTo>
                    <a:pt x="0" y="284742"/>
                  </a:lnTo>
                  <a:cubicBezTo>
                    <a:pt x="2529" y="126737"/>
                    <a:pt x="131348" y="-20"/>
                    <a:pt x="28937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dirty="0">
                <a:solidFill>
                  <a:schemeClr val="accent4"/>
                </a:solidFill>
              </a:endParaRPr>
            </a:p>
          </p:txBody>
        </p:sp>
      </p:grpSp>
      <p:pic>
        <p:nvPicPr>
          <p:cNvPr id="14" name="Picture 13" descr="A cube with logos on it&#10;&#10;AI-generated content may be incorrect.">
            <a:extLst>
              <a:ext uri="{FF2B5EF4-FFF2-40B4-BE49-F238E27FC236}">
                <a16:creationId xmlns:a16="http://schemas.microsoft.com/office/drawing/2014/main" id="{21B19669-AE13-0ADE-DF79-816CA78F81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34222" y1="9778" x2="13778" y2="21778"/>
                        <a14:backgroundMark x1="13778" y1="21778" x2="6222" y2="50222"/>
                        <a14:backgroundMark x1="6222" y1="50222" x2="8000" y2="73333"/>
                        <a14:backgroundMark x1="8000" y1="73333" x2="31556" y2="88444"/>
                        <a14:backgroundMark x1="31556" y1="88444" x2="41778" y2="9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09" y="4158556"/>
            <a:ext cx="2214563" cy="2214563"/>
          </a:xfrm>
          <a:prstGeom prst="rect">
            <a:avLst/>
          </a:prstGeom>
        </p:spPr>
      </p:pic>
      <p:pic>
        <p:nvPicPr>
          <p:cNvPr id="16" name="Picture 15" descr="A close-up of a diagram&#10;&#10;AI-generated content may be incorrect.">
            <a:extLst>
              <a:ext uri="{FF2B5EF4-FFF2-40B4-BE49-F238E27FC236}">
                <a16:creationId xmlns:a16="http://schemas.microsoft.com/office/drawing/2014/main" id="{024B4100-33BF-E4EC-ABBE-15B152171C4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038" y="3590719"/>
            <a:ext cx="5629961" cy="29266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" name="Picture 1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128B46A5-BD17-40E2-5B94-1E7DCBA8FEC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954" y="93404"/>
            <a:ext cx="1198642" cy="11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8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7078-39D5-AE25-57F3-1F2BB173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4FEABDF-2213-BF99-246A-54CAFE1A5F8D}"/>
              </a:ext>
            </a:extLst>
          </p:cNvPr>
          <p:cNvSpPr txBox="1"/>
          <p:nvPr/>
        </p:nvSpPr>
        <p:spPr>
          <a:xfrm>
            <a:off x="879447" y="1692584"/>
            <a:ext cx="107356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The dataset mainly  includes restaurant details such as name, location, cuisines, ratings, average cost for two, and currency — covering multiple countries.</a:t>
            </a:r>
            <a:endParaRPr lang="en-IN" sz="16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CFFC370-D640-CA54-C271-F816B1844AC7}"/>
              </a:ext>
            </a:extLst>
          </p:cNvPr>
          <p:cNvGrpSpPr/>
          <p:nvPr/>
        </p:nvGrpSpPr>
        <p:grpSpPr>
          <a:xfrm>
            <a:off x="4157338" y="314049"/>
            <a:ext cx="4036141" cy="897534"/>
            <a:chOff x="2872824" y="331591"/>
            <a:chExt cx="4036141" cy="89753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CB59586-B646-7F7A-B94F-74F28B748A6F}"/>
                </a:ext>
              </a:extLst>
            </p:cNvPr>
            <p:cNvSpPr/>
            <p:nvPr/>
          </p:nvSpPr>
          <p:spPr>
            <a:xfrm rot="5400000">
              <a:off x="4442128" y="-1237713"/>
              <a:ext cx="897534" cy="4036141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44E0DF-7E7D-8E76-9A64-8EC749B174B0}"/>
                </a:ext>
              </a:extLst>
            </p:cNvPr>
            <p:cNvSpPr txBox="1"/>
            <p:nvPr/>
          </p:nvSpPr>
          <p:spPr>
            <a:xfrm>
              <a:off x="3419194" y="518747"/>
              <a:ext cx="294340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IN" sz="2800" dirty="0">
                  <a:solidFill>
                    <a:schemeClr val="bg1"/>
                  </a:solidFill>
                </a:rPr>
                <a:t>Dataset Overview</a:t>
              </a:r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5B4A4B-4920-BBD9-A6B1-30189A9DC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47" y="2512279"/>
            <a:ext cx="10853057" cy="40316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4" name="Picture 13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6474F529-4441-D5EC-C5C0-C2BFBFAEE0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954" y="93404"/>
            <a:ext cx="1198642" cy="11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5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13F3B4-3F09-395B-763E-A3E309ECADEB}"/>
              </a:ext>
            </a:extLst>
          </p:cNvPr>
          <p:cNvSpPr txBox="1"/>
          <p:nvPr/>
        </p:nvSpPr>
        <p:spPr>
          <a:xfrm>
            <a:off x="2946399" y="618455"/>
            <a:ext cx="6328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Data Cleaning &amp; Preparation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A62553-A7F3-257B-9F12-0AB01161DF13}"/>
              </a:ext>
            </a:extLst>
          </p:cNvPr>
          <p:cNvSpPr/>
          <p:nvPr/>
        </p:nvSpPr>
        <p:spPr>
          <a:xfrm>
            <a:off x="713173" y="1724357"/>
            <a:ext cx="2447766" cy="43772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A40063-BFF4-D088-D8C5-0D5EB03BEC25}"/>
              </a:ext>
            </a:extLst>
          </p:cNvPr>
          <p:cNvSpPr/>
          <p:nvPr/>
        </p:nvSpPr>
        <p:spPr>
          <a:xfrm>
            <a:off x="870471" y="1898427"/>
            <a:ext cx="2133170" cy="212313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4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397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C138C7-BBAF-A8A6-1453-BF897666A535}"/>
              </a:ext>
            </a:extLst>
          </p:cNvPr>
          <p:cNvSpPr txBox="1"/>
          <p:nvPr/>
        </p:nvSpPr>
        <p:spPr>
          <a:xfrm>
            <a:off x="1102184" y="2961364"/>
            <a:ext cx="166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1800" dirty="0">
                <a:solidFill>
                  <a:schemeClr val="accent1"/>
                </a:solidFill>
              </a:rPr>
              <a:t>Date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989258-3729-D541-209E-0B56576B5413}"/>
              </a:ext>
            </a:extLst>
          </p:cNvPr>
          <p:cNvSpPr txBox="1"/>
          <p:nvPr/>
        </p:nvSpPr>
        <p:spPr>
          <a:xfrm>
            <a:off x="827638" y="4132023"/>
            <a:ext cx="2218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Created a Calendar Table to support time-based analysis</a:t>
            </a:r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E6687-1DD4-9700-1DE6-6B96F665ACCF}"/>
              </a:ext>
            </a:extLst>
          </p:cNvPr>
          <p:cNvSpPr txBox="1"/>
          <p:nvPr/>
        </p:nvSpPr>
        <p:spPr>
          <a:xfrm>
            <a:off x="1390956" y="2191923"/>
            <a:ext cx="109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4400" dirty="0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C697B4-FA44-424E-52D3-4AB29C9ED281}"/>
              </a:ext>
            </a:extLst>
          </p:cNvPr>
          <p:cNvSpPr/>
          <p:nvPr/>
        </p:nvSpPr>
        <p:spPr>
          <a:xfrm>
            <a:off x="3490694" y="1724357"/>
            <a:ext cx="2447766" cy="43772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6FB639D-4644-9246-FCBF-D8C80EAC17F6}"/>
              </a:ext>
            </a:extLst>
          </p:cNvPr>
          <p:cNvSpPr/>
          <p:nvPr/>
        </p:nvSpPr>
        <p:spPr>
          <a:xfrm>
            <a:off x="3647992" y="1898427"/>
            <a:ext cx="2133170" cy="212313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4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397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CA66BA-275B-56BD-9894-D9B1657781B4}"/>
              </a:ext>
            </a:extLst>
          </p:cNvPr>
          <p:cNvSpPr txBox="1"/>
          <p:nvPr/>
        </p:nvSpPr>
        <p:spPr>
          <a:xfrm>
            <a:off x="3879705" y="2961364"/>
            <a:ext cx="166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1800" dirty="0">
                <a:solidFill>
                  <a:schemeClr val="accent2"/>
                </a:solidFill>
              </a:rPr>
              <a:t>Pricing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60C4DF-C92E-C9EB-A845-4EC0DAD3A3A7}"/>
              </a:ext>
            </a:extLst>
          </p:cNvPr>
          <p:cNvSpPr txBox="1"/>
          <p:nvPr/>
        </p:nvSpPr>
        <p:spPr>
          <a:xfrm>
            <a:off x="4168477" y="2191923"/>
            <a:ext cx="109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4400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5EAA26-3A09-F3CD-B2D5-834D0F617820}"/>
              </a:ext>
            </a:extLst>
          </p:cNvPr>
          <p:cNvSpPr/>
          <p:nvPr/>
        </p:nvSpPr>
        <p:spPr>
          <a:xfrm>
            <a:off x="6268215" y="1724357"/>
            <a:ext cx="2447766" cy="437720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422B55-D537-3D9F-C1A1-57B9445B8599}"/>
              </a:ext>
            </a:extLst>
          </p:cNvPr>
          <p:cNvSpPr/>
          <p:nvPr/>
        </p:nvSpPr>
        <p:spPr>
          <a:xfrm>
            <a:off x="6425513" y="1898427"/>
            <a:ext cx="2133170" cy="212313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4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397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A40832-B4FB-628A-609B-B8C151F9C40B}"/>
              </a:ext>
            </a:extLst>
          </p:cNvPr>
          <p:cNvSpPr txBox="1"/>
          <p:nvPr/>
        </p:nvSpPr>
        <p:spPr>
          <a:xfrm>
            <a:off x="6657226" y="2961364"/>
            <a:ext cx="166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1800" dirty="0">
                <a:solidFill>
                  <a:schemeClr val="accent3"/>
                </a:solidFill>
              </a:rPr>
              <a:t>Cuisines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959239-90F3-F205-13A7-5BADD55620AB}"/>
              </a:ext>
            </a:extLst>
          </p:cNvPr>
          <p:cNvSpPr txBox="1"/>
          <p:nvPr/>
        </p:nvSpPr>
        <p:spPr>
          <a:xfrm>
            <a:off x="6945998" y="2191923"/>
            <a:ext cx="109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4400" dirty="0">
                <a:solidFill>
                  <a:schemeClr val="accent3"/>
                </a:solidFill>
              </a:rPr>
              <a:t>03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7E6CFF-A2E0-1FAD-689D-46EDD1C712C1}"/>
              </a:ext>
            </a:extLst>
          </p:cNvPr>
          <p:cNvSpPr/>
          <p:nvPr/>
        </p:nvSpPr>
        <p:spPr>
          <a:xfrm>
            <a:off x="9045735" y="1724357"/>
            <a:ext cx="2447766" cy="437720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BEE1A1-E111-51EA-DC3F-9A61D8AB62FA}"/>
              </a:ext>
            </a:extLst>
          </p:cNvPr>
          <p:cNvSpPr/>
          <p:nvPr/>
        </p:nvSpPr>
        <p:spPr>
          <a:xfrm>
            <a:off x="9203033" y="1898427"/>
            <a:ext cx="2133170" cy="212313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84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39700" sx="102000" sy="102000" algn="ctr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73660E-59C4-FB52-3ED5-DE870F2C9BBE}"/>
              </a:ext>
            </a:extLst>
          </p:cNvPr>
          <p:cNvSpPr txBox="1"/>
          <p:nvPr/>
        </p:nvSpPr>
        <p:spPr>
          <a:xfrm>
            <a:off x="9434746" y="2961364"/>
            <a:ext cx="1669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1800" dirty="0">
                <a:solidFill>
                  <a:schemeClr val="accent4"/>
                </a:solidFill>
              </a:rPr>
              <a:t>Data Accuracy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DBE4E5-0B9A-C847-37E3-F0A367F2986F}"/>
              </a:ext>
            </a:extLst>
          </p:cNvPr>
          <p:cNvSpPr txBox="1"/>
          <p:nvPr/>
        </p:nvSpPr>
        <p:spPr>
          <a:xfrm>
            <a:off x="9723518" y="2191923"/>
            <a:ext cx="109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IN" sz="4400" dirty="0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0A29FD-81D5-72CF-A4E1-A437829D46A8}"/>
              </a:ext>
            </a:extLst>
          </p:cNvPr>
          <p:cNvSpPr txBox="1"/>
          <p:nvPr/>
        </p:nvSpPr>
        <p:spPr>
          <a:xfrm>
            <a:off x="849913" y="4765703"/>
            <a:ext cx="22188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Combined Opening Year, Month, and Date columns into a single field — Opening Date</a:t>
            </a:r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5549C-AAE0-D2B2-49BD-72293C01F8C8}"/>
              </a:ext>
            </a:extLst>
          </p:cNvPr>
          <p:cNvSpPr txBox="1"/>
          <p:nvPr/>
        </p:nvSpPr>
        <p:spPr>
          <a:xfrm>
            <a:off x="3692748" y="4315059"/>
            <a:ext cx="22188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Standardized pricing by converting “Average Cost for Two” from local currency to USD for global comparison.</a:t>
            </a:r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772BA-04D7-FEB7-8396-826A79C68031}"/>
              </a:ext>
            </a:extLst>
          </p:cNvPr>
          <p:cNvSpPr txBox="1"/>
          <p:nvPr/>
        </p:nvSpPr>
        <p:spPr>
          <a:xfrm>
            <a:off x="6497145" y="4021563"/>
            <a:ext cx="22188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Grouped over 1000+ cuisines into major categories for simplified analysis: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*Indian / Mughlai  *Asian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*Western *Bakery / Cafe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*Middle Eastern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*Other </a:t>
            </a:r>
            <a:r>
              <a:rPr lang="en-US" sz="1100" b="1" dirty="0">
                <a:solidFill>
                  <a:schemeClr val="bg1"/>
                </a:solidFill>
              </a:rPr>
              <a:t>(remaining cuisines).</a:t>
            </a:r>
            <a:r>
              <a:rPr lang="en-US" sz="1100" dirty="0"/>
              <a:t>.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3AD74-421C-E404-CFAD-836166CF4BE6}"/>
              </a:ext>
            </a:extLst>
          </p:cNvPr>
          <p:cNvSpPr txBox="1"/>
          <p:nvPr/>
        </p:nvSpPr>
        <p:spPr>
          <a:xfrm>
            <a:off x="9274665" y="4053449"/>
            <a:ext cx="2218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Removed Null values to maintain data accuracy</a:t>
            </a:r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50E6F9-D771-DA0F-1119-7DA2CC849EF6}"/>
              </a:ext>
            </a:extLst>
          </p:cNvPr>
          <p:cNvSpPr txBox="1"/>
          <p:nvPr/>
        </p:nvSpPr>
        <p:spPr>
          <a:xfrm>
            <a:off x="9274665" y="4705681"/>
            <a:ext cx="22188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Replaced missing cuisine values using the mode cuisine for each location, ensuring relevant substitution</a:t>
            </a:r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1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02FE-2D24-6378-5028-56D90756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FFA818A-47A7-A012-04E6-4A0156E562FB}"/>
              </a:ext>
            </a:extLst>
          </p:cNvPr>
          <p:cNvGrpSpPr/>
          <p:nvPr/>
        </p:nvGrpSpPr>
        <p:grpSpPr>
          <a:xfrm>
            <a:off x="4157338" y="314049"/>
            <a:ext cx="4036141" cy="897534"/>
            <a:chOff x="2872824" y="331591"/>
            <a:chExt cx="4036141" cy="89753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A1EAFC6-980A-9B3B-9007-AA239766A565}"/>
                </a:ext>
              </a:extLst>
            </p:cNvPr>
            <p:cNvSpPr/>
            <p:nvPr/>
          </p:nvSpPr>
          <p:spPr>
            <a:xfrm rot="5400000">
              <a:off x="4442128" y="-1237713"/>
              <a:ext cx="897534" cy="4036141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6C15BF-9C69-F30C-FB29-0E49EFDCD8ED}"/>
                </a:ext>
              </a:extLst>
            </p:cNvPr>
            <p:cNvSpPr txBox="1"/>
            <p:nvPr/>
          </p:nvSpPr>
          <p:spPr>
            <a:xfrm>
              <a:off x="3419194" y="518747"/>
              <a:ext cx="294340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IN" sz="2800" dirty="0">
                  <a:solidFill>
                    <a:schemeClr val="bg1"/>
                  </a:solidFill>
                </a:rPr>
                <a:t>Excel Dashboard</a:t>
              </a:r>
            </a:p>
          </p:txBody>
        </p:sp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6F50E9-E8C7-8B2C-A29F-A9507CBA4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85" y="1541829"/>
            <a:ext cx="11789229" cy="3774342"/>
          </a:xfrm>
          <a:prstGeom prst="rect">
            <a:avLst/>
          </a:prstGeom>
        </p:spPr>
      </p:pic>
      <p:pic>
        <p:nvPicPr>
          <p:cNvPr id="5" name="Picture 4" descr="A logo of a microsoft excel&#10;&#10;AI-generated content may be incorrect.">
            <a:extLst>
              <a:ext uri="{FF2B5EF4-FFF2-40B4-BE49-F238E27FC236}">
                <a16:creationId xmlns:a16="http://schemas.microsoft.com/office/drawing/2014/main" id="{4B428ABE-2908-D608-72C9-F25F11951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6622" y1="21486" x2="19324" y2="74054"/>
                        <a14:foregroundMark x1="19324" y1="74054" x2="25541" y2="83108"/>
                        <a14:foregroundMark x1="25541" y1="83108" x2="33378" y2="84595"/>
                        <a14:foregroundMark x1="33378" y1="84595" x2="43108" y2="83243"/>
                        <a14:foregroundMark x1="43108" y1="83243" x2="66081" y2="83784"/>
                        <a14:foregroundMark x1="66081" y1="83784" x2="74595" y2="83514"/>
                        <a14:foregroundMark x1="74595" y1="83514" x2="83514" y2="71892"/>
                        <a14:foregroundMark x1="83514" y1="71892" x2="83919" y2="30000"/>
                        <a14:foregroundMark x1="83919" y1="30000" x2="80135" y2="19595"/>
                        <a14:foregroundMark x1="80135" y1="19595" x2="59324" y2="15000"/>
                        <a14:foregroundMark x1="59324" y1="15000" x2="19324" y2="18108"/>
                        <a14:foregroundMark x1="19324" y1="18108" x2="16216" y2="228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909" y="44005"/>
            <a:ext cx="1325340" cy="13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2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319A-5376-8FBF-3B17-F1FBC979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47966C3-08A0-F875-DC72-C2E8B8D10977}"/>
              </a:ext>
            </a:extLst>
          </p:cNvPr>
          <p:cNvGrpSpPr/>
          <p:nvPr/>
        </p:nvGrpSpPr>
        <p:grpSpPr>
          <a:xfrm>
            <a:off x="4157338" y="314049"/>
            <a:ext cx="4036141" cy="897534"/>
            <a:chOff x="2872824" y="331591"/>
            <a:chExt cx="4036141" cy="89753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8303D2F-1C5E-ACEA-1F66-9151D09C8500}"/>
                </a:ext>
              </a:extLst>
            </p:cNvPr>
            <p:cNvSpPr/>
            <p:nvPr/>
          </p:nvSpPr>
          <p:spPr>
            <a:xfrm rot="5400000">
              <a:off x="4442128" y="-1237713"/>
              <a:ext cx="897534" cy="4036141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A1B507-FF7C-B099-5F8E-677E036AA714}"/>
                </a:ext>
              </a:extLst>
            </p:cNvPr>
            <p:cNvSpPr txBox="1"/>
            <p:nvPr/>
          </p:nvSpPr>
          <p:spPr>
            <a:xfrm>
              <a:off x="3145972" y="518747"/>
              <a:ext cx="32166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IN" sz="2800" dirty="0">
                  <a:solidFill>
                    <a:schemeClr val="bg1"/>
                  </a:solidFill>
                </a:rPr>
                <a:t>Power BI Dashboard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A7B502A-2D2E-2CD4-A4BD-85762B4A8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5885" y="1506861"/>
            <a:ext cx="9387687" cy="5251798"/>
          </a:xfrm>
          <a:prstGeom prst="rect">
            <a:avLst/>
          </a:prstGeom>
        </p:spPr>
      </p:pic>
      <p:pic>
        <p:nvPicPr>
          <p:cNvPr id="8" name="Picture 7" descr="A yellow text on a black background&#10;&#10;AI-generated content may be incorrect.">
            <a:extLst>
              <a:ext uri="{FF2B5EF4-FFF2-40B4-BE49-F238E27FC236}">
                <a16:creationId xmlns:a16="http://schemas.microsoft.com/office/drawing/2014/main" id="{0CC2F2F0-63B9-07FB-5E0C-CC5D4FB4F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244" y="357507"/>
            <a:ext cx="2495498" cy="66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8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1659-A15C-FC99-4F25-F8A17479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BCE5A8-5655-5736-33DE-34196C4550DC}"/>
              </a:ext>
            </a:extLst>
          </p:cNvPr>
          <p:cNvGrpSpPr/>
          <p:nvPr/>
        </p:nvGrpSpPr>
        <p:grpSpPr>
          <a:xfrm>
            <a:off x="4157338" y="314049"/>
            <a:ext cx="4036141" cy="897534"/>
            <a:chOff x="2872824" y="331591"/>
            <a:chExt cx="4036141" cy="89753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8E5A0AE-ED3B-04C8-F381-BE1500B6408E}"/>
                </a:ext>
              </a:extLst>
            </p:cNvPr>
            <p:cNvSpPr/>
            <p:nvPr/>
          </p:nvSpPr>
          <p:spPr>
            <a:xfrm rot="5400000">
              <a:off x="4442128" y="-1237713"/>
              <a:ext cx="897534" cy="4036141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BED87E-E40B-CD7D-CBC4-DE8CAB4A36AF}"/>
                </a:ext>
              </a:extLst>
            </p:cNvPr>
            <p:cNvSpPr txBox="1"/>
            <p:nvPr/>
          </p:nvSpPr>
          <p:spPr>
            <a:xfrm>
              <a:off x="3145972" y="518747"/>
              <a:ext cx="32166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IN" sz="2800" dirty="0">
                  <a:solidFill>
                    <a:schemeClr val="bg1"/>
                  </a:solidFill>
                </a:rPr>
                <a:t>Tableau Dashboard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2B84B39-B9EF-7DA1-DD13-1E19D9068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4" t="13996" b="12203"/>
          <a:stretch>
            <a:fillRect/>
          </a:stretch>
        </p:blipFill>
        <p:spPr>
          <a:xfrm>
            <a:off x="730955" y="1398741"/>
            <a:ext cx="10514766" cy="5032470"/>
          </a:xfrm>
          <a:prstGeom prst="rect">
            <a:avLst/>
          </a:prstGeom>
        </p:spPr>
      </p:pic>
      <p:pic>
        <p:nvPicPr>
          <p:cNvPr id="3" name="Picture 2" descr="A blue and black text&#10;&#10;AI-generated content may be incorrect.">
            <a:extLst>
              <a:ext uri="{FF2B5EF4-FFF2-40B4-BE49-F238E27FC236}">
                <a16:creationId xmlns:a16="http://schemas.microsoft.com/office/drawing/2014/main" id="{065D783E-6FBE-E8A7-4312-780F1D389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6" b="31166"/>
          <a:stretch>
            <a:fillRect/>
          </a:stretch>
        </p:blipFill>
        <p:spPr>
          <a:xfrm>
            <a:off x="8599713" y="419131"/>
            <a:ext cx="2646008" cy="6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9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22B9-7B9E-6F53-3930-17DE7878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4FFF517-67C8-A79A-5786-90FE15FEB570}"/>
              </a:ext>
            </a:extLst>
          </p:cNvPr>
          <p:cNvGrpSpPr/>
          <p:nvPr/>
        </p:nvGrpSpPr>
        <p:grpSpPr>
          <a:xfrm>
            <a:off x="4157338" y="314049"/>
            <a:ext cx="4036141" cy="897534"/>
            <a:chOff x="2872824" y="331591"/>
            <a:chExt cx="4036141" cy="89753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778C7C6-7780-E62A-8198-BB513D9BAEC2}"/>
                </a:ext>
              </a:extLst>
            </p:cNvPr>
            <p:cNvSpPr/>
            <p:nvPr/>
          </p:nvSpPr>
          <p:spPr>
            <a:xfrm rot="5400000">
              <a:off x="4442128" y="-1237713"/>
              <a:ext cx="897534" cy="4036141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FABBCE-1D14-9D44-D2E0-016113FBB831}"/>
                </a:ext>
              </a:extLst>
            </p:cNvPr>
            <p:cNvSpPr txBox="1"/>
            <p:nvPr/>
          </p:nvSpPr>
          <p:spPr>
            <a:xfrm>
              <a:off x="3145972" y="518747"/>
              <a:ext cx="32166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IN" sz="2800" dirty="0">
                  <a:solidFill>
                    <a:schemeClr val="bg1"/>
                  </a:solidFill>
                </a:rPr>
                <a:t>SQL Queries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1296A30-7768-6BF1-EC66-D33CFAA36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084" y="1398740"/>
            <a:ext cx="5209801" cy="5145212"/>
          </a:xfrm>
          <a:prstGeom prst="rect">
            <a:avLst/>
          </a:prstGeom>
        </p:spPr>
      </p:pic>
      <p:pic>
        <p:nvPicPr>
          <p:cNvPr id="6" name="Picture 5" descr="A logo with a dolphin&#10;&#10;AI-generated content may be incorrect.">
            <a:extLst>
              <a:ext uri="{FF2B5EF4-FFF2-40B4-BE49-F238E27FC236}">
                <a16:creationId xmlns:a16="http://schemas.microsoft.com/office/drawing/2014/main" id="{8C63C9B8-1FCC-7778-A9F6-655303C3B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707" y="210585"/>
            <a:ext cx="1937865" cy="1000998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7EBC259-7A0B-E986-0303-AC7FD53C8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8" r="18462"/>
          <a:stretch>
            <a:fillRect/>
          </a:stretch>
        </p:blipFill>
        <p:spPr>
          <a:xfrm>
            <a:off x="5924675" y="1318810"/>
            <a:ext cx="4951920" cy="52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4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A0FD-14E5-BBFF-8BDA-4156F506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15B5102-FEA5-2845-E349-DE7DC9727575}"/>
              </a:ext>
            </a:extLst>
          </p:cNvPr>
          <p:cNvGrpSpPr/>
          <p:nvPr/>
        </p:nvGrpSpPr>
        <p:grpSpPr>
          <a:xfrm>
            <a:off x="4157338" y="314049"/>
            <a:ext cx="4036141" cy="897534"/>
            <a:chOff x="2872824" y="331591"/>
            <a:chExt cx="4036141" cy="89753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CC37D52-966B-576E-FF12-83BB332640EA}"/>
                </a:ext>
              </a:extLst>
            </p:cNvPr>
            <p:cNvSpPr/>
            <p:nvPr/>
          </p:nvSpPr>
          <p:spPr>
            <a:xfrm rot="5400000">
              <a:off x="4442128" y="-1237713"/>
              <a:ext cx="897534" cy="4036141"/>
            </a:xfrm>
            <a:prstGeom prst="roundRect">
              <a:avLst>
                <a:gd name="adj" fmla="val 5000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E1FC23-AF0E-0D95-1605-422CFE8B1248}"/>
                </a:ext>
              </a:extLst>
            </p:cNvPr>
            <p:cNvSpPr txBox="1"/>
            <p:nvPr/>
          </p:nvSpPr>
          <p:spPr>
            <a:xfrm>
              <a:off x="3145972" y="518747"/>
              <a:ext cx="32166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pPr algn="ctr"/>
              <a:r>
                <a:rPr lang="en-IN" sz="2800" dirty="0">
                  <a:solidFill>
                    <a:schemeClr val="bg1"/>
                  </a:solidFill>
                </a:rPr>
                <a:t>SQL Queries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924F21-A189-A9AD-DC56-305D5360B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50" y="1398740"/>
            <a:ext cx="5067468" cy="5145212"/>
          </a:xfrm>
          <a:prstGeom prst="rect">
            <a:avLst/>
          </a:prstGeom>
        </p:spPr>
      </p:pic>
      <p:pic>
        <p:nvPicPr>
          <p:cNvPr id="6" name="Picture 5" descr="A logo with a dolphin&#10;&#10;AI-generated content may be incorrect.">
            <a:extLst>
              <a:ext uri="{FF2B5EF4-FFF2-40B4-BE49-F238E27FC236}">
                <a16:creationId xmlns:a16="http://schemas.microsoft.com/office/drawing/2014/main" id="{29C03B78-DAAC-3AD8-7ACE-1FDB7DD50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707" y="210585"/>
            <a:ext cx="1937865" cy="1000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57A57E-B4ED-C443-19DB-B4FFC3D67D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" t="-1530" r="32871" b="1530"/>
          <a:stretch>
            <a:fillRect/>
          </a:stretch>
        </p:blipFill>
        <p:spPr>
          <a:xfrm>
            <a:off x="5617029" y="1318810"/>
            <a:ext cx="5771195" cy="522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8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AB44CA-2DEE-93FC-71DE-B5BE01F02DD4}"/>
              </a:ext>
            </a:extLst>
          </p:cNvPr>
          <p:cNvSpPr/>
          <p:nvPr/>
        </p:nvSpPr>
        <p:spPr>
          <a:xfrm rot="5400000">
            <a:off x="5276146" y="1623110"/>
            <a:ext cx="1974166" cy="44364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761153-49E6-DF56-BD16-F43970B9D12D}"/>
              </a:ext>
            </a:extLst>
          </p:cNvPr>
          <p:cNvSpPr/>
          <p:nvPr/>
        </p:nvSpPr>
        <p:spPr>
          <a:xfrm rot="5400000">
            <a:off x="8986696" y="1602861"/>
            <a:ext cx="1974166" cy="443644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2A9D4-A99F-9EE8-AC31-E2126C22A072}"/>
              </a:ext>
            </a:extLst>
          </p:cNvPr>
          <p:cNvSpPr txBox="1"/>
          <p:nvPr/>
        </p:nvSpPr>
        <p:spPr>
          <a:xfrm>
            <a:off x="1190169" y="115691"/>
            <a:ext cx="8683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1156BB"/>
                </a:solidFill>
                <a:latin typeface="+mj-lt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Insights &amp; Findings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1EBEB6-381A-470F-8244-FFD77F88FEC6}"/>
              </a:ext>
            </a:extLst>
          </p:cNvPr>
          <p:cNvSpPr/>
          <p:nvPr/>
        </p:nvSpPr>
        <p:spPr>
          <a:xfrm rot="5400000">
            <a:off x="1231137" y="1635657"/>
            <a:ext cx="1974166" cy="443644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9D7A2D-9411-7580-E5AB-70AE746B93D8}"/>
              </a:ext>
            </a:extLst>
          </p:cNvPr>
          <p:cNvSpPr/>
          <p:nvPr/>
        </p:nvSpPr>
        <p:spPr>
          <a:xfrm rot="5400000">
            <a:off x="5108917" y="-401971"/>
            <a:ext cx="1974166" cy="4436442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229736-1E56-8551-F6EB-1C078CAD8F2A}"/>
              </a:ext>
            </a:extLst>
          </p:cNvPr>
          <p:cNvSpPr/>
          <p:nvPr/>
        </p:nvSpPr>
        <p:spPr>
          <a:xfrm rot="5400000">
            <a:off x="8986698" y="-465433"/>
            <a:ext cx="1974166" cy="443644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E83A66-F0E0-9B27-A27A-C20E05D117AB}"/>
              </a:ext>
            </a:extLst>
          </p:cNvPr>
          <p:cNvGrpSpPr/>
          <p:nvPr/>
        </p:nvGrpSpPr>
        <p:grpSpPr>
          <a:xfrm>
            <a:off x="0" y="829167"/>
            <a:ext cx="4436442" cy="1974166"/>
            <a:chOff x="695325" y="1737561"/>
            <a:chExt cx="4436442" cy="1974166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906DDEB-0B39-E655-827F-EE4F087CCA48}"/>
                </a:ext>
              </a:extLst>
            </p:cNvPr>
            <p:cNvSpPr/>
            <p:nvPr/>
          </p:nvSpPr>
          <p:spPr>
            <a:xfrm rot="5400000">
              <a:off x="1926463" y="506423"/>
              <a:ext cx="1974166" cy="443644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E304071-FBAC-C4F1-AFD3-92A361EE3EEE}"/>
                </a:ext>
              </a:extLst>
            </p:cNvPr>
            <p:cNvSpPr txBox="1"/>
            <p:nvPr/>
          </p:nvSpPr>
          <p:spPr>
            <a:xfrm>
              <a:off x="1141639" y="1993769"/>
              <a:ext cx="3598694" cy="156966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The highest number of restaurants opened in 2018 (1,102) </a:t>
              </a:r>
            </a:p>
            <a:p>
              <a:r>
                <a:rPr lang="en-US" sz="1400" b="1" dirty="0">
                  <a:solidFill>
                    <a:schemeClr val="bg1"/>
                  </a:solidFill>
                </a:rPr>
                <a:t>This is 7.83% higher compared to 2012, which had the lowest count (1,022) </a:t>
              </a:r>
            </a:p>
            <a:p>
              <a:r>
                <a:rPr lang="en-US" sz="1400" b="1" dirty="0">
                  <a:solidFill>
                    <a:schemeClr val="bg1"/>
                  </a:solidFill>
                </a:rPr>
                <a:t>Indicates a steady growth trend in restaurant establishments leading up to 2018.</a:t>
              </a:r>
            </a:p>
            <a:p>
              <a:r>
                <a:rPr lang="en-US" sz="1200" dirty="0"/>
                <a:t>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EDF21BF-B52B-5CD4-1298-8309332541A3}"/>
              </a:ext>
            </a:extLst>
          </p:cNvPr>
          <p:cNvSpPr txBox="1"/>
          <p:nvPr/>
        </p:nvSpPr>
        <p:spPr>
          <a:xfrm>
            <a:off x="8170241" y="866247"/>
            <a:ext cx="40217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The majority of restaurants (4.6K) fall in the rating range of 3–4, indicating average to good customer satisfaction.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Around 2.2K restaurants have ratings between 1–2, showing a significant number of low-rated establishments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The higher rating range (4–5) has the fewest restaurants (1.4K), suggesting that only a small proportion achieve excellent customer satisfaction.</a:t>
            </a:r>
            <a:r>
              <a:rPr lang="en-US" sz="1400" dirty="0"/>
              <a:t>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65F84-1726-B4AE-9723-AA4F8B15AB3E}"/>
              </a:ext>
            </a:extLst>
          </p:cNvPr>
          <p:cNvSpPr txBox="1"/>
          <p:nvPr/>
        </p:nvSpPr>
        <p:spPr>
          <a:xfrm>
            <a:off x="358203" y="3126687"/>
            <a:ext cx="376752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 majority of restaurants (42.59%) fall within the $0–$5 price range, indicating that most dining options are budget-friendly. 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The premium segment ($40+) is the smallest, making up just 2.74% of total restaurants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5E28A-89FC-E26C-BC0E-119F18220A6E}"/>
              </a:ext>
            </a:extLst>
          </p:cNvPr>
          <p:cNvSpPr txBox="1"/>
          <p:nvPr/>
        </p:nvSpPr>
        <p:spPr>
          <a:xfrm>
            <a:off x="8192014" y="2947366"/>
            <a:ext cx="368680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India, USA, Brazil, UAE, and UK have the widest range of cuisine types, each featuring more than five cuisine categories — reflecting strong cultural diversity and global dining influence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Canada, on the other hand, shows the least cuisine variety, with restaurants offering primarily Asian and Western cuisines.</a:t>
            </a:r>
          </a:p>
          <a:p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805E0-065F-34A3-15EE-540BB0462684}"/>
              </a:ext>
            </a:extLst>
          </p:cNvPr>
          <p:cNvSpPr txBox="1"/>
          <p:nvPr/>
        </p:nvSpPr>
        <p:spPr>
          <a:xfrm>
            <a:off x="4400744" y="3060113"/>
            <a:ext cx="37675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Only 26% of restaurants offer online delivery,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 while the remaining 74% do not provide this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service. 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Only 12 % of restaurants offer table booking, while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the remaining 88% do not provide this option.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32AE58-B8E4-7F10-C3F5-9C8FED2DF8EF}"/>
              </a:ext>
            </a:extLst>
          </p:cNvPr>
          <p:cNvSpPr txBox="1"/>
          <p:nvPr/>
        </p:nvSpPr>
        <p:spPr>
          <a:xfrm>
            <a:off x="4460187" y="1000330"/>
            <a:ext cx="337609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The data shows that India dominates the dataset with 8,651 restaurants, far higher than any other country.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The United States follows with 434 restaurants, while the United Kingdom, Brazil, South Africa, and the United Arab Emirates each have around 60–80 restaurants.</a:t>
            </a:r>
          </a:p>
          <a:p>
            <a:r>
              <a:rPr lang="en-US" sz="1200" dirty="0"/>
              <a:t>.</a:t>
            </a:r>
            <a:endParaRPr lang="en-IN" sz="1200" dirty="0">
              <a:solidFill>
                <a:schemeClr val="bg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3A2148-C329-BEFE-1596-52E15B79D590}"/>
              </a:ext>
            </a:extLst>
          </p:cNvPr>
          <p:cNvGrpSpPr/>
          <p:nvPr/>
        </p:nvGrpSpPr>
        <p:grpSpPr>
          <a:xfrm>
            <a:off x="156217" y="4929401"/>
            <a:ext cx="2800628" cy="1415143"/>
            <a:chOff x="334458" y="5442857"/>
            <a:chExt cx="2800628" cy="1415143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42FFAC75-BFBF-B748-35BE-29B2C2AF3F16}"/>
                </a:ext>
              </a:extLst>
            </p:cNvPr>
            <p:cNvSpPr/>
            <p:nvPr/>
          </p:nvSpPr>
          <p:spPr>
            <a:xfrm>
              <a:off x="334458" y="5442857"/>
              <a:ext cx="2800628" cy="1415143"/>
            </a:xfrm>
            <a:prstGeom prst="right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49D3E-E8FA-881D-DE5D-D3378D6B7DF2}"/>
                </a:ext>
              </a:extLst>
            </p:cNvPr>
            <p:cNvSpPr txBox="1"/>
            <p:nvPr/>
          </p:nvSpPr>
          <p:spPr>
            <a:xfrm>
              <a:off x="463345" y="5931416"/>
              <a:ext cx="209323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b="1" dirty="0">
                  <a:solidFill>
                    <a:schemeClr val="bg1"/>
                  </a:solidFill>
                </a:rPr>
                <a:t>Average Rating :  2.9</a:t>
              </a:r>
              <a:endParaRPr lang="en-US" sz="1400" b="1" dirty="0">
                <a:solidFill>
                  <a:schemeClr val="bg1"/>
                </a:solidFill>
              </a:endParaRPr>
            </a:p>
            <a:p>
              <a:r>
                <a:rPr lang="en-US" sz="1200" dirty="0"/>
                <a:t>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03B647-E515-AD23-5A23-3B4329193792}"/>
              </a:ext>
            </a:extLst>
          </p:cNvPr>
          <p:cNvGrpSpPr/>
          <p:nvPr/>
        </p:nvGrpSpPr>
        <p:grpSpPr>
          <a:xfrm>
            <a:off x="4317420" y="4978590"/>
            <a:ext cx="3661625" cy="1543020"/>
            <a:chOff x="334458" y="5442857"/>
            <a:chExt cx="2800628" cy="1415143"/>
          </a:xfrm>
          <a:solidFill>
            <a:schemeClr val="accent4"/>
          </a:solidFill>
        </p:grpSpPr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0D89E66C-8394-78FE-5703-CCE452CA23E3}"/>
                </a:ext>
              </a:extLst>
            </p:cNvPr>
            <p:cNvSpPr/>
            <p:nvPr/>
          </p:nvSpPr>
          <p:spPr>
            <a:xfrm>
              <a:off x="334458" y="5442857"/>
              <a:ext cx="2800628" cy="1415143"/>
            </a:xfrm>
            <a:prstGeom prst="rightArrow">
              <a:avLst/>
            </a:prstGeom>
            <a:grpFill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7FA2ADA-5CD2-ED45-0DD8-944BA3442323}"/>
                </a:ext>
              </a:extLst>
            </p:cNvPr>
            <p:cNvSpPr txBox="1"/>
            <p:nvPr/>
          </p:nvSpPr>
          <p:spPr>
            <a:xfrm>
              <a:off x="449546" y="5966941"/>
              <a:ext cx="2372004" cy="53631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  <a:r>
                <a:rPr lang="en-US" sz="1600" b="1" dirty="0">
                  <a:solidFill>
                    <a:schemeClr val="bg1"/>
                  </a:solidFill>
                </a:rPr>
                <a:t>Top Rated Cuisine Type: Western</a:t>
              </a:r>
            </a:p>
            <a:p>
              <a:r>
                <a:rPr lang="en-US" sz="1600" dirty="0"/>
                <a:t>.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4033A4C-E5C7-1E35-7F8C-D6EA25E4D407}"/>
              </a:ext>
            </a:extLst>
          </p:cNvPr>
          <p:cNvGrpSpPr/>
          <p:nvPr/>
        </p:nvGrpSpPr>
        <p:grpSpPr>
          <a:xfrm>
            <a:off x="9137096" y="4808165"/>
            <a:ext cx="3031159" cy="1536379"/>
            <a:chOff x="334458" y="5442857"/>
            <a:chExt cx="2800628" cy="1415143"/>
          </a:xfrm>
          <a:solidFill>
            <a:schemeClr val="accent1"/>
          </a:solidFill>
        </p:grpSpPr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20D07274-5789-6FC1-D974-D709592F4128}"/>
                </a:ext>
              </a:extLst>
            </p:cNvPr>
            <p:cNvSpPr/>
            <p:nvPr/>
          </p:nvSpPr>
          <p:spPr>
            <a:xfrm>
              <a:off x="334458" y="5442857"/>
              <a:ext cx="2800628" cy="1415143"/>
            </a:xfrm>
            <a:prstGeom prst="rightArrow">
              <a:avLst/>
            </a:prstGeom>
            <a:grpFill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A2F038B-7DE1-0B41-A222-F779EAC61FB5}"/>
                </a:ext>
              </a:extLst>
            </p:cNvPr>
            <p:cNvSpPr txBox="1"/>
            <p:nvPr/>
          </p:nvSpPr>
          <p:spPr>
            <a:xfrm>
              <a:off x="688154" y="5881112"/>
              <a:ext cx="2093234" cy="5386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1600" b="1" dirty="0" err="1">
                  <a:solidFill>
                    <a:schemeClr val="bg1"/>
                  </a:solidFill>
                </a:rPr>
                <a:t>Country_LAC</a:t>
              </a:r>
              <a:r>
                <a:rPr lang="en-US" sz="1600" b="1" dirty="0">
                  <a:solidFill>
                    <a:schemeClr val="bg1"/>
                  </a:solidFill>
                </a:rPr>
                <a:t> : USA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</a:rPr>
                <a:t>Country_HAC</a:t>
              </a:r>
              <a:r>
                <a:rPr lang="en-US" sz="1600" b="1" dirty="0">
                  <a:solidFill>
                    <a:schemeClr val="bg1"/>
                  </a:solidFill>
                </a:rPr>
                <a:t> :UK</a:t>
              </a:r>
              <a:r>
                <a:rPr lang="en-US" sz="1200" dirty="0"/>
                <a:t>.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2653EB1-B917-8694-0DC3-CB3EB11F9CD9}"/>
              </a:ext>
            </a:extLst>
          </p:cNvPr>
          <p:cNvSpPr txBox="1"/>
          <p:nvPr/>
        </p:nvSpPr>
        <p:spPr>
          <a:xfrm>
            <a:off x="68102" y="6432984"/>
            <a:ext cx="4620471" cy="369332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Country with most number of Restaurants : INDIA</a:t>
            </a:r>
          </a:p>
        </p:txBody>
      </p:sp>
    </p:spTree>
    <p:extLst>
      <p:ext uri="{BB962C8B-B14F-4D97-AF65-F5344CB8AC3E}">
        <p14:creationId xmlns:p14="http://schemas.microsoft.com/office/powerpoint/2010/main" val="1371425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12A9D4-A99F-9EE8-AC31-E2126C22A072}"/>
              </a:ext>
            </a:extLst>
          </p:cNvPr>
          <p:cNvSpPr txBox="1"/>
          <p:nvPr/>
        </p:nvSpPr>
        <p:spPr>
          <a:xfrm>
            <a:off x="402772" y="20980"/>
            <a:ext cx="6707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l"/>
            <a:r>
              <a:rPr lang="en-IN" dirty="0">
                <a:solidFill>
                  <a:schemeClr val="tx1"/>
                </a:solidFill>
              </a:rPr>
              <a:t>Business Recommendations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43D6D1-BA90-1C76-9C66-9A254B090FAE}"/>
              </a:ext>
            </a:extLst>
          </p:cNvPr>
          <p:cNvGrpSpPr/>
          <p:nvPr/>
        </p:nvGrpSpPr>
        <p:grpSpPr>
          <a:xfrm>
            <a:off x="2492829" y="245944"/>
            <a:ext cx="7761514" cy="1526901"/>
            <a:chOff x="664029" y="1611086"/>
            <a:chExt cx="7761514" cy="1284514"/>
          </a:xfrm>
        </p:grpSpPr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125EE7D7-B921-3BC6-1F64-690F08B852F5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99427F-FFEA-D91F-66C1-BA8DF483BBB6}"/>
                </a:ext>
              </a:extLst>
            </p:cNvPr>
            <p:cNvSpPr txBox="1"/>
            <p:nvPr/>
          </p:nvSpPr>
          <p:spPr>
            <a:xfrm>
              <a:off x="814997" y="1976344"/>
              <a:ext cx="7305746" cy="466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b="1" dirty="0">
                  <a:solidFill>
                    <a:schemeClr val="bg1"/>
                  </a:solidFill>
                </a:rPr>
                <a:t> </a:t>
              </a:r>
              <a:r>
                <a:rPr lang="en-US" sz="1500" dirty="0">
                  <a:solidFill>
                    <a:schemeClr val="bg1"/>
                  </a:solidFill>
                  <a:latin typeface="+mj-lt"/>
                </a:rPr>
                <a:t>Focus on India: Since India has the highest number of restaurants, Zomato should keep improving its services, partnerships, and customer experience there.</a:t>
              </a:r>
              <a:endParaRPr lang="en-IN" sz="15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F9ADC03-0DFE-7F20-A3DC-62F28FFC8A05}"/>
              </a:ext>
            </a:extLst>
          </p:cNvPr>
          <p:cNvGrpSpPr/>
          <p:nvPr/>
        </p:nvGrpSpPr>
        <p:grpSpPr>
          <a:xfrm>
            <a:off x="3352799" y="1521902"/>
            <a:ext cx="7761514" cy="1610190"/>
            <a:chOff x="664029" y="1611086"/>
            <a:chExt cx="7761514" cy="1284514"/>
          </a:xfrm>
        </p:grpSpPr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72E26C95-3513-2E08-520A-0E6D5F9F9CB8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E14D5A-C906-CEAB-4E39-0222A781572B}"/>
                </a:ext>
              </a:extLst>
            </p:cNvPr>
            <p:cNvSpPr txBox="1"/>
            <p:nvPr/>
          </p:nvSpPr>
          <p:spPr>
            <a:xfrm>
              <a:off x="814996" y="1976344"/>
              <a:ext cx="7479917" cy="4419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b="1" dirty="0">
                  <a:solidFill>
                    <a:schemeClr val="bg1"/>
                  </a:solidFill>
                </a:rPr>
                <a:t> </a:t>
              </a:r>
              <a:r>
                <a:rPr lang="en-US" sz="1500" dirty="0">
                  <a:solidFill>
                    <a:schemeClr val="bg1"/>
                  </a:solidFill>
                  <a:latin typeface="+mj-lt"/>
                </a:rPr>
                <a:t>Expand Globally: Countries like the US, UK, and UAE have fewer restaurants — Zomato can work on expanding its presence and attracting more partners in these regions.</a:t>
              </a:r>
              <a:endParaRPr lang="en-IN" sz="15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E1FA65-118C-F1CC-B6BD-624EFC923021}"/>
              </a:ext>
            </a:extLst>
          </p:cNvPr>
          <p:cNvGrpSpPr/>
          <p:nvPr/>
        </p:nvGrpSpPr>
        <p:grpSpPr>
          <a:xfrm>
            <a:off x="2643797" y="2765544"/>
            <a:ext cx="7761514" cy="1648828"/>
            <a:chOff x="664029" y="1611086"/>
            <a:chExt cx="7761514" cy="1284514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8F384A65-C5F4-85FB-4D8C-33D7100C5A43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C8CE87-5833-FCC6-1950-B2F69D5A9924}"/>
                </a:ext>
              </a:extLst>
            </p:cNvPr>
            <p:cNvSpPr txBox="1"/>
            <p:nvPr/>
          </p:nvSpPr>
          <p:spPr>
            <a:xfrm>
              <a:off x="814997" y="1976344"/>
              <a:ext cx="7513290" cy="6114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+mj-lt"/>
                </a:rPr>
                <a:t>Improve Service Options: With only 25% offering online delivery and 12% offering table booking, there is a strong opportunity to encourage more restaurants to add these services for better customer convenience.</a:t>
              </a:r>
              <a:endParaRPr lang="en-IN" sz="15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C4F86F-3EBC-BE59-C50B-25940CBED31F}"/>
              </a:ext>
            </a:extLst>
          </p:cNvPr>
          <p:cNvGrpSpPr/>
          <p:nvPr/>
        </p:nvGrpSpPr>
        <p:grpSpPr>
          <a:xfrm>
            <a:off x="3530265" y="4085103"/>
            <a:ext cx="7761514" cy="1526901"/>
            <a:chOff x="664029" y="1611086"/>
            <a:chExt cx="7761514" cy="1284514"/>
          </a:xfrm>
        </p:grpSpPr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7B40A194-C0E6-8DFF-24EC-CB3BF399B3CA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E6590A-66DD-B480-F245-07C2284CFF74}"/>
                </a:ext>
              </a:extLst>
            </p:cNvPr>
            <p:cNvSpPr txBox="1"/>
            <p:nvPr/>
          </p:nvSpPr>
          <p:spPr>
            <a:xfrm>
              <a:off x="814997" y="1976344"/>
              <a:ext cx="7305746" cy="466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+mj-lt"/>
                </a:rPr>
                <a:t>Support Low-Rated Restaurants: Most restaurants fall in the 3–4 rating range, so Zomato can help lower-rated restaurants to improve quality through customer feedback and insights</a:t>
              </a:r>
              <a:endParaRPr lang="en-IN" sz="15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92A471-6E58-6EDE-7E8B-700264D79581}"/>
              </a:ext>
            </a:extLst>
          </p:cNvPr>
          <p:cNvGrpSpPr/>
          <p:nvPr/>
        </p:nvGrpSpPr>
        <p:grpSpPr>
          <a:xfrm>
            <a:off x="2546541" y="5336098"/>
            <a:ext cx="7761514" cy="1526901"/>
            <a:chOff x="664029" y="1611086"/>
            <a:chExt cx="7761514" cy="1284514"/>
          </a:xfrm>
        </p:grpSpPr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CFC3387-7EA6-B796-9F0E-069A0AFED381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3D1165-AD92-14A0-C71B-8D39F365FE2F}"/>
                </a:ext>
              </a:extLst>
            </p:cNvPr>
            <p:cNvSpPr txBox="1"/>
            <p:nvPr/>
          </p:nvSpPr>
          <p:spPr>
            <a:xfrm>
              <a:off x="814996" y="1976344"/>
              <a:ext cx="7447977" cy="466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+mj-lt"/>
                </a:rPr>
                <a:t>Cuisine Insights: Countries with limited cuisine variety (like Canada) can introduce new cuisines, while diverse markets (like India and the US) can promote popular local dishes.</a:t>
              </a:r>
              <a:endParaRPr lang="en-IN" sz="1500" dirty="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6" name="Picture 5" descr="A graph of money and coins&#10;&#10;AI-generated content may be incorrect.">
            <a:extLst>
              <a:ext uri="{FF2B5EF4-FFF2-40B4-BE49-F238E27FC236}">
                <a16:creationId xmlns:a16="http://schemas.microsoft.com/office/drawing/2014/main" id="{A2C8E125-5156-0997-47EC-331F82AA4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0" y="4414372"/>
            <a:ext cx="2422648" cy="2422648"/>
          </a:xfrm>
          <a:prstGeom prst="rect">
            <a:avLst/>
          </a:prstGeom>
        </p:spPr>
      </p:pic>
      <p:pic>
        <p:nvPicPr>
          <p:cNvPr id="10" name="Picture 9" descr="A person climbing up a flag&#10;&#10;AI-generated content may be incorrect.">
            <a:extLst>
              <a:ext uri="{FF2B5EF4-FFF2-40B4-BE49-F238E27FC236}">
                <a16:creationId xmlns:a16="http://schemas.microsoft.com/office/drawing/2014/main" id="{2ED792E8-30A4-A422-1540-226ECD542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312" y="58512"/>
            <a:ext cx="1410934" cy="1410934"/>
          </a:xfrm>
          <a:prstGeom prst="rect">
            <a:avLst/>
          </a:prstGeom>
        </p:spPr>
      </p:pic>
      <p:pic>
        <p:nvPicPr>
          <p:cNvPr id="12" name="Picture 11" descr="A person on a scooter&#10;&#10;AI-generated content may be incorrect.">
            <a:extLst>
              <a:ext uri="{FF2B5EF4-FFF2-40B4-BE49-F238E27FC236}">
                <a16:creationId xmlns:a16="http://schemas.microsoft.com/office/drawing/2014/main" id="{5E56FA49-DFC4-9E1C-E99B-54F2F50DC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5858" y="1303477"/>
            <a:ext cx="1681627" cy="168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8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3273-840E-9BA9-B37E-73CBEF95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AC546A-9A3D-2849-0C4D-22DCDCF57F02}"/>
              </a:ext>
            </a:extLst>
          </p:cNvPr>
          <p:cNvSpPr txBox="1"/>
          <p:nvPr/>
        </p:nvSpPr>
        <p:spPr>
          <a:xfrm>
            <a:off x="402772" y="20980"/>
            <a:ext cx="6707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algn="l"/>
            <a:r>
              <a:rPr lang="en-US" dirty="0">
                <a:solidFill>
                  <a:srgbClr val="E23744"/>
                </a:solidFill>
                <a:latin typeface="Calibri"/>
                <a:ea typeface="+mj-lt"/>
                <a:cs typeface="+mj-lt"/>
              </a:rPr>
              <a:t>Limitations &amp; Disadvantages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5F2DDE-1CE0-8D57-552A-ACE3DEEC8564}"/>
              </a:ext>
            </a:extLst>
          </p:cNvPr>
          <p:cNvGrpSpPr/>
          <p:nvPr/>
        </p:nvGrpSpPr>
        <p:grpSpPr>
          <a:xfrm>
            <a:off x="388320" y="511628"/>
            <a:ext cx="9731828" cy="2708303"/>
            <a:chOff x="664029" y="1611086"/>
            <a:chExt cx="7761514" cy="1284514"/>
          </a:xfrm>
          <a:solidFill>
            <a:schemeClr val="accent6">
              <a:lumMod val="75000"/>
            </a:schemeClr>
          </a:solidFill>
        </p:grpSpPr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D48F8466-39A0-A019-A95B-12F4A37E1561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E1ACE8-2311-8627-0F32-FCC539AEE2FB}"/>
                </a:ext>
              </a:extLst>
            </p:cNvPr>
            <p:cNvSpPr txBox="1"/>
            <p:nvPr/>
          </p:nvSpPr>
          <p:spPr>
            <a:xfrm>
              <a:off x="784432" y="1959553"/>
              <a:ext cx="6464551" cy="620392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500" b="1" dirty="0">
                  <a:solidFill>
                    <a:schemeClr val="bg1"/>
                  </a:solidFill>
                </a:rPr>
                <a:t> </a:t>
              </a:r>
              <a:r>
                <a:rPr lang="en-US" sz="1600" b="1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Limitations:</a:t>
              </a:r>
              <a:endPara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  <a:p>
              <a:pPr>
                <a:buFont typeface="Arial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Dataset is static and not updated in real-time, it may exclude newly opened restaurants.</a:t>
              </a:r>
            </a:p>
            <a:p>
              <a:pPr>
                <a:buFont typeface="Arial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Dataset lacks direct customer-level insights such as sentiment or behavioral patterns</a:t>
              </a:r>
              <a:endPara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  <a:p>
              <a:pPr>
                <a:buFont typeface="Arial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Limited analytical coverage — focused mainly on restaurant count, cost, and ratings.</a:t>
              </a:r>
              <a:endPara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  <a:p>
              <a:endParaRPr lang="en-IN" sz="15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46BD62F-E795-67D9-C0AD-1582A7EF2DD0}"/>
              </a:ext>
            </a:extLst>
          </p:cNvPr>
          <p:cNvGrpSpPr/>
          <p:nvPr/>
        </p:nvGrpSpPr>
        <p:grpSpPr>
          <a:xfrm>
            <a:off x="402772" y="3429000"/>
            <a:ext cx="9840685" cy="3015343"/>
            <a:chOff x="664029" y="1611086"/>
            <a:chExt cx="7761514" cy="1284514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18C3DA91-D878-B90A-2C9F-51BFEB077C7F}"/>
                </a:ext>
              </a:extLst>
            </p:cNvPr>
            <p:cNvSpPr/>
            <p:nvPr/>
          </p:nvSpPr>
          <p:spPr>
            <a:xfrm>
              <a:off x="664029" y="1611086"/>
              <a:ext cx="7761514" cy="1284514"/>
            </a:xfrm>
            <a:prstGeom prst="right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201F21-535E-6CAF-306C-AC837E844C86}"/>
                </a:ext>
              </a:extLst>
            </p:cNvPr>
            <p:cNvSpPr txBox="1"/>
            <p:nvPr/>
          </p:nvSpPr>
          <p:spPr>
            <a:xfrm>
              <a:off x="788141" y="1989416"/>
              <a:ext cx="7513290" cy="5278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Disadvantages:</a:t>
              </a:r>
              <a:endPara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  <a:p>
              <a:pPr>
                <a:buFont typeface="Arial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Excel dashboard has limited interactivity and scalability for large datasets.</a:t>
              </a:r>
              <a:endPara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  <a:p>
              <a:pPr>
                <a:buFont typeface="Arial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libri"/>
                  <a:ea typeface="+mn-lt"/>
                  <a:cs typeface="+mn-lt"/>
                </a:rPr>
                <a:t>Power BI : </a:t>
              </a:r>
              <a:r>
                <a:rPr lang="en-IN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Limited Custom Visualization Flexibility and Performance issues with large dataset and complex visuals.</a:t>
              </a:r>
            </a:p>
            <a:p>
              <a:pPr>
                <a:buFont typeface="Arial"/>
                <a:buChar char="•"/>
              </a:pPr>
              <a:r>
                <a:rPr lang="en-IN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Tableau:  Limited Real-Time Data Handling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7646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4855D-1B9B-81A9-A236-930F0065ECFD}"/>
              </a:ext>
            </a:extLst>
          </p:cNvPr>
          <p:cNvSpPr txBox="1"/>
          <p:nvPr/>
        </p:nvSpPr>
        <p:spPr>
          <a:xfrm>
            <a:off x="1919287" y="622082"/>
            <a:ext cx="8372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Conclusion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DDCE3-6CD0-08C4-7E2C-A47D160A0E31}"/>
              </a:ext>
            </a:extLst>
          </p:cNvPr>
          <p:cNvGrpSpPr/>
          <p:nvPr/>
        </p:nvGrpSpPr>
        <p:grpSpPr>
          <a:xfrm>
            <a:off x="1233340" y="1939248"/>
            <a:ext cx="10305519" cy="3657757"/>
            <a:chOff x="1636112" y="1828645"/>
            <a:chExt cx="10305519" cy="365775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81FB0C8-6A57-B425-EAC6-C4E1D4CF1B6B}"/>
                </a:ext>
              </a:extLst>
            </p:cNvPr>
            <p:cNvSpPr/>
            <p:nvPr/>
          </p:nvSpPr>
          <p:spPr>
            <a:xfrm rot="5400000">
              <a:off x="4959993" y="-1495236"/>
              <a:ext cx="3657757" cy="1030551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201399-A698-483D-264C-500D20FC24B1}"/>
                </a:ext>
              </a:extLst>
            </p:cNvPr>
            <p:cNvSpPr txBox="1"/>
            <p:nvPr/>
          </p:nvSpPr>
          <p:spPr>
            <a:xfrm>
              <a:off x="2158772" y="2760398"/>
              <a:ext cx="9369199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3600" b="1">
                  <a:solidFill>
                    <a:schemeClr val="accent4">
                      <a:lumMod val="75000"/>
                    </a:schemeClr>
                  </a:solidFill>
                  <a:latin typeface="+mj-lt"/>
                </a:defRPr>
              </a:lvl1pPr>
            </a:lstStyle>
            <a:p>
              <a:r>
                <a:rPr lang="en-US" sz="1800" dirty="0">
                  <a:solidFill>
                    <a:schemeClr val="bg1"/>
                  </a:solidFill>
                </a:rPr>
                <a:t>The analysis of Zomato restaurant data helped us understand important trends in pricing, ratings, cuisines, and services across different countries.</a:t>
              </a:r>
              <a:br>
                <a:rPr lang="en-US" sz="1800" dirty="0">
                  <a:solidFill>
                    <a:schemeClr val="bg1"/>
                  </a:solidFill>
                </a:rPr>
              </a:br>
              <a:r>
                <a:rPr lang="en-US" sz="1800" dirty="0">
                  <a:solidFill>
                    <a:schemeClr val="bg1"/>
                  </a:solidFill>
                </a:rPr>
                <a:t>It shows that India has the strongest restaurant presence, while other countries still have room to grow.</a:t>
              </a:r>
              <a:br>
                <a:rPr lang="en-US" sz="1800" dirty="0">
                  <a:solidFill>
                    <a:schemeClr val="bg1"/>
                  </a:solidFill>
                </a:rPr>
              </a:br>
              <a:r>
                <a:rPr lang="en-US" sz="1800" dirty="0">
                  <a:solidFill>
                    <a:schemeClr val="bg1"/>
                  </a:solidFill>
                </a:rPr>
                <a:t>Improving online delivery, table booking, and customer experience can help Zomato and its partner restaurants reach more customers and grow globally.</a:t>
              </a:r>
              <a:endParaRPr lang="en-US" sz="1800" dirty="0"/>
            </a:p>
          </p:txBody>
        </p:sp>
      </p:grpSp>
      <p:pic>
        <p:nvPicPr>
          <p:cNvPr id="8" name="Picture 7" descr="A person on a scooter&#10;&#10;AI-generated content may be incorrect.">
            <a:extLst>
              <a:ext uri="{FF2B5EF4-FFF2-40B4-BE49-F238E27FC236}">
                <a16:creationId xmlns:a16="http://schemas.microsoft.com/office/drawing/2014/main" id="{4B5B65A7-CE67-BA88-568A-4B275897E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56"/>
          <a:stretch>
            <a:fillRect/>
          </a:stretch>
        </p:blipFill>
        <p:spPr>
          <a:xfrm>
            <a:off x="10923738" y="0"/>
            <a:ext cx="1230242" cy="1535042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E749550-4170-D7F5-DAD9-5665C11D11BA}"/>
              </a:ext>
            </a:extLst>
          </p:cNvPr>
          <p:cNvSpPr/>
          <p:nvPr/>
        </p:nvSpPr>
        <p:spPr>
          <a:xfrm>
            <a:off x="5053982" y="2105548"/>
            <a:ext cx="351572" cy="351570"/>
          </a:xfrm>
          <a:custGeom>
            <a:avLst/>
            <a:gdLst>
              <a:gd name="connsiteX0" fmla="*/ 433133 w 578103"/>
              <a:gd name="connsiteY0" fmla="*/ 400225 h 578103"/>
              <a:gd name="connsiteX1" fmla="*/ 389108 w 578103"/>
              <a:gd name="connsiteY1" fmla="*/ 511992 h 578103"/>
              <a:gd name="connsiteX2" fmla="*/ 506655 w 578103"/>
              <a:gd name="connsiteY2" fmla="*/ 400225 h 578103"/>
              <a:gd name="connsiteX3" fmla="*/ 311286 w 578103"/>
              <a:gd name="connsiteY3" fmla="*/ 400225 h 578103"/>
              <a:gd name="connsiteX4" fmla="*/ 311286 w 578103"/>
              <a:gd name="connsiteY4" fmla="*/ 528445 h 578103"/>
              <a:gd name="connsiteX5" fmla="*/ 386736 w 578103"/>
              <a:gd name="connsiteY5" fmla="*/ 400225 h 578103"/>
              <a:gd name="connsiteX6" fmla="*/ 191367 w 578103"/>
              <a:gd name="connsiteY6" fmla="*/ 400225 h 578103"/>
              <a:gd name="connsiteX7" fmla="*/ 266817 w 578103"/>
              <a:gd name="connsiteY7" fmla="*/ 528445 h 578103"/>
              <a:gd name="connsiteX8" fmla="*/ 266817 w 578103"/>
              <a:gd name="connsiteY8" fmla="*/ 400225 h 578103"/>
              <a:gd name="connsiteX9" fmla="*/ 71448 w 578103"/>
              <a:gd name="connsiteY9" fmla="*/ 400225 h 578103"/>
              <a:gd name="connsiteX10" fmla="*/ 188995 w 578103"/>
              <a:gd name="connsiteY10" fmla="*/ 511992 h 578103"/>
              <a:gd name="connsiteX11" fmla="*/ 144970 w 578103"/>
              <a:gd name="connsiteY11" fmla="*/ 400225 h 578103"/>
              <a:gd name="connsiteX12" fmla="*/ 311204 w 578103"/>
              <a:gd name="connsiteY12" fmla="*/ 207524 h 578103"/>
              <a:gd name="connsiteX13" fmla="*/ 312535 w 578103"/>
              <a:gd name="connsiteY13" fmla="*/ 229051 h 578103"/>
              <a:gd name="connsiteX14" fmla="*/ 312535 w 578103"/>
              <a:gd name="connsiteY14" fmla="*/ 355756 h 578103"/>
              <a:gd name="connsiteX15" fmla="*/ 395334 w 578103"/>
              <a:gd name="connsiteY15" fmla="*/ 355756 h 578103"/>
              <a:gd name="connsiteX16" fmla="*/ 400225 w 578103"/>
              <a:gd name="connsiteY16" fmla="*/ 289052 h 578103"/>
              <a:gd name="connsiteX17" fmla="*/ 392962 w 578103"/>
              <a:gd name="connsiteY17" fmla="*/ 207524 h 578103"/>
              <a:gd name="connsiteX18" fmla="*/ 185141 w 578103"/>
              <a:gd name="connsiteY18" fmla="*/ 207524 h 578103"/>
              <a:gd name="connsiteX19" fmla="*/ 177878 w 578103"/>
              <a:gd name="connsiteY19" fmla="*/ 289052 h 578103"/>
              <a:gd name="connsiteX20" fmla="*/ 182770 w 578103"/>
              <a:gd name="connsiteY20" fmla="*/ 355756 h 578103"/>
              <a:gd name="connsiteX21" fmla="*/ 266816 w 578103"/>
              <a:gd name="connsiteY21" fmla="*/ 355756 h 578103"/>
              <a:gd name="connsiteX22" fmla="*/ 266816 w 578103"/>
              <a:gd name="connsiteY22" fmla="*/ 229051 h 578103"/>
              <a:gd name="connsiteX23" fmla="*/ 268147 w 578103"/>
              <a:gd name="connsiteY23" fmla="*/ 207524 h 578103"/>
              <a:gd name="connsiteX24" fmla="*/ 58700 w 578103"/>
              <a:gd name="connsiteY24" fmla="*/ 207524 h 578103"/>
              <a:gd name="connsiteX25" fmla="*/ 44469 w 578103"/>
              <a:gd name="connsiteY25" fmla="*/ 289052 h 578103"/>
              <a:gd name="connsiteX26" fmla="*/ 53956 w 578103"/>
              <a:gd name="connsiteY26" fmla="*/ 355756 h 578103"/>
              <a:gd name="connsiteX27" fmla="*/ 137559 w 578103"/>
              <a:gd name="connsiteY27" fmla="*/ 355756 h 578103"/>
              <a:gd name="connsiteX28" fmla="*/ 133408 w 578103"/>
              <a:gd name="connsiteY28" fmla="*/ 289052 h 578103"/>
              <a:gd name="connsiteX29" fmla="*/ 139486 w 578103"/>
              <a:gd name="connsiteY29" fmla="*/ 207524 h 578103"/>
              <a:gd name="connsiteX30" fmla="*/ 518810 w 578103"/>
              <a:gd name="connsiteY30" fmla="*/ 206042 h 578103"/>
              <a:gd name="connsiteX31" fmla="*/ 518810 w 578103"/>
              <a:gd name="connsiteY31" fmla="*/ 207524 h 578103"/>
              <a:gd name="connsiteX32" fmla="*/ 438469 w 578103"/>
              <a:gd name="connsiteY32" fmla="*/ 207524 h 578103"/>
              <a:gd name="connsiteX33" fmla="*/ 444695 w 578103"/>
              <a:gd name="connsiteY33" fmla="*/ 289052 h 578103"/>
              <a:gd name="connsiteX34" fmla="*/ 440544 w 578103"/>
              <a:gd name="connsiteY34" fmla="*/ 355756 h 578103"/>
              <a:gd name="connsiteX35" fmla="*/ 524147 w 578103"/>
              <a:gd name="connsiteY35" fmla="*/ 355756 h 578103"/>
              <a:gd name="connsiteX36" fmla="*/ 533634 w 578103"/>
              <a:gd name="connsiteY36" fmla="*/ 289052 h 578103"/>
              <a:gd name="connsiteX37" fmla="*/ 518810 w 578103"/>
              <a:gd name="connsiteY37" fmla="*/ 206042 h 578103"/>
              <a:gd name="connsiteX38" fmla="*/ 389256 w 578103"/>
              <a:gd name="connsiteY38" fmla="*/ 66111 h 578103"/>
              <a:gd name="connsiteX39" fmla="*/ 429575 w 578103"/>
              <a:gd name="connsiteY39" fmla="*/ 163055 h 578103"/>
              <a:gd name="connsiteX40" fmla="*/ 498354 w 578103"/>
              <a:gd name="connsiteY40" fmla="*/ 163055 h 578103"/>
              <a:gd name="connsiteX41" fmla="*/ 389256 w 578103"/>
              <a:gd name="connsiteY41" fmla="*/ 66111 h 578103"/>
              <a:gd name="connsiteX42" fmla="*/ 188995 w 578103"/>
              <a:gd name="connsiteY42" fmla="*/ 66111 h 578103"/>
              <a:gd name="connsiteX43" fmla="*/ 79749 w 578103"/>
              <a:gd name="connsiteY43" fmla="*/ 163055 h 578103"/>
              <a:gd name="connsiteX44" fmla="*/ 148676 w 578103"/>
              <a:gd name="connsiteY44" fmla="*/ 163055 h 578103"/>
              <a:gd name="connsiteX45" fmla="*/ 188995 w 578103"/>
              <a:gd name="connsiteY45" fmla="*/ 66111 h 578103"/>
              <a:gd name="connsiteX46" fmla="*/ 311286 w 578103"/>
              <a:gd name="connsiteY46" fmla="*/ 49806 h 578103"/>
              <a:gd name="connsiteX47" fmla="*/ 311286 w 578103"/>
              <a:gd name="connsiteY47" fmla="*/ 163055 h 578103"/>
              <a:gd name="connsiteX48" fmla="*/ 382882 w 578103"/>
              <a:gd name="connsiteY48" fmla="*/ 163055 h 578103"/>
              <a:gd name="connsiteX49" fmla="*/ 311286 w 578103"/>
              <a:gd name="connsiteY49" fmla="*/ 49806 h 578103"/>
              <a:gd name="connsiteX50" fmla="*/ 266817 w 578103"/>
              <a:gd name="connsiteY50" fmla="*/ 49806 h 578103"/>
              <a:gd name="connsiteX51" fmla="*/ 195221 w 578103"/>
              <a:gd name="connsiteY51" fmla="*/ 163055 h 578103"/>
              <a:gd name="connsiteX52" fmla="*/ 266817 w 578103"/>
              <a:gd name="connsiteY52" fmla="*/ 163055 h 578103"/>
              <a:gd name="connsiteX53" fmla="*/ 266817 w 578103"/>
              <a:gd name="connsiteY53" fmla="*/ 0 h 578103"/>
              <a:gd name="connsiteX54" fmla="*/ 311286 w 578103"/>
              <a:gd name="connsiteY54" fmla="*/ 0 h 578103"/>
              <a:gd name="connsiteX55" fmla="*/ 311286 w 578103"/>
              <a:gd name="connsiteY55" fmla="*/ 1186 h 578103"/>
              <a:gd name="connsiteX56" fmla="*/ 578103 w 578103"/>
              <a:gd name="connsiteY56" fmla="*/ 289052 h 578103"/>
              <a:gd name="connsiteX57" fmla="*/ 289052 w 578103"/>
              <a:gd name="connsiteY57" fmla="*/ 578103 h 578103"/>
              <a:gd name="connsiteX58" fmla="*/ 0 w 578103"/>
              <a:gd name="connsiteY58" fmla="*/ 289052 h 578103"/>
              <a:gd name="connsiteX59" fmla="*/ 266817 w 578103"/>
              <a:gd name="connsiteY59" fmla="*/ 1186 h 57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78103" h="578103">
                <a:moveTo>
                  <a:pt x="433133" y="400225"/>
                </a:moveTo>
                <a:cubicBezTo>
                  <a:pt x="423498" y="444102"/>
                  <a:pt x="408378" y="482345"/>
                  <a:pt x="389108" y="511992"/>
                </a:cubicBezTo>
                <a:cubicBezTo>
                  <a:pt x="439803" y="489164"/>
                  <a:pt x="481308" y="449586"/>
                  <a:pt x="506655" y="400225"/>
                </a:cubicBezTo>
                <a:close/>
                <a:moveTo>
                  <a:pt x="311286" y="400225"/>
                </a:moveTo>
                <a:lnTo>
                  <a:pt x="311286" y="528445"/>
                </a:lnTo>
                <a:cubicBezTo>
                  <a:pt x="345083" y="512436"/>
                  <a:pt x="371765" y="461445"/>
                  <a:pt x="386736" y="400225"/>
                </a:cubicBezTo>
                <a:close/>
                <a:moveTo>
                  <a:pt x="191367" y="400225"/>
                </a:moveTo>
                <a:cubicBezTo>
                  <a:pt x="206338" y="461593"/>
                  <a:pt x="233020" y="512585"/>
                  <a:pt x="266817" y="528445"/>
                </a:cubicBezTo>
                <a:lnTo>
                  <a:pt x="266817" y="400225"/>
                </a:lnTo>
                <a:close/>
                <a:moveTo>
                  <a:pt x="71448" y="400225"/>
                </a:moveTo>
                <a:cubicBezTo>
                  <a:pt x="96795" y="449586"/>
                  <a:pt x="138300" y="489164"/>
                  <a:pt x="188995" y="511992"/>
                </a:cubicBezTo>
                <a:cubicBezTo>
                  <a:pt x="169725" y="482345"/>
                  <a:pt x="154606" y="444102"/>
                  <a:pt x="144970" y="400225"/>
                </a:cubicBezTo>
                <a:close/>
                <a:moveTo>
                  <a:pt x="311204" y="207524"/>
                </a:moveTo>
                <a:lnTo>
                  <a:pt x="312535" y="229051"/>
                </a:lnTo>
                <a:lnTo>
                  <a:pt x="312535" y="355756"/>
                </a:lnTo>
                <a:lnTo>
                  <a:pt x="395334" y="355756"/>
                </a:lnTo>
                <a:cubicBezTo>
                  <a:pt x="398595" y="333669"/>
                  <a:pt x="400225" y="311138"/>
                  <a:pt x="400225" y="289052"/>
                </a:cubicBezTo>
                <a:cubicBezTo>
                  <a:pt x="400225" y="261925"/>
                  <a:pt x="397557" y="234206"/>
                  <a:pt x="392962" y="207524"/>
                </a:cubicBezTo>
                <a:close/>
                <a:moveTo>
                  <a:pt x="185141" y="207524"/>
                </a:moveTo>
                <a:cubicBezTo>
                  <a:pt x="180398" y="234206"/>
                  <a:pt x="177878" y="261925"/>
                  <a:pt x="177878" y="289052"/>
                </a:cubicBezTo>
                <a:cubicBezTo>
                  <a:pt x="177878" y="311138"/>
                  <a:pt x="179508" y="333669"/>
                  <a:pt x="182770" y="355756"/>
                </a:cubicBezTo>
                <a:lnTo>
                  <a:pt x="266816" y="355756"/>
                </a:lnTo>
                <a:lnTo>
                  <a:pt x="266816" y="229051"/>
                </a:lnTo>
                <a:lnTo>
                  <a:pt x="268147" y="207524"/>
                </a:lnTo>
                <a:close/>
                <a:moveTo>
                  <a:pt x="58700" y="207524"/>
                </a:moveTo>
                <a:cubicBezTo>
                  <a:pt x="49658" y="233020"/>
                  <a:pt x="44469" y="260443"/>
                  <a:pt x="44469" y="289052"/>
                </a:cubicBezTo>
                <a:cubicBezTo>
                  <a:pt x="44469" y="312176"/>
                  <a:pt x="47879" y="334559"/>
                  <a:pt x="53956" y="355756"/>
                </a:cubicBezTo>
                <a:lnTo>
                  <a:pt x="137559" y="355756"/>
                </a:lnTo>
                <a:cubicBezTo>
                  <a:pt x="134891" y="334410"/>
                  <a:pt x="133408" y="312176"/>
                  <a:pt x="133408" y="289052"/>
                </a:cubicBezTo>
                <a:cubicBezTo>
                  <a:pt x="133408" y="260591"/>
                  <a:pt x="135632" y="233316"/>
                  <a:pt x="139486" y="207524"/>
                </a:cubicBezTo>
                <a:close/>
                <a:moveTo>
                  <a:pt x="518810" y="206042"/>
                </a:moveTo>
                <a:lnTo>
                  <a:pt x="518810" y="207524"/>
                </a:lnTo>
                <a:lnTo>
                  <a:pt x="438469" y="207524"/>
                </a:lnTo>
                <a:cubicBezTo>
                  <a:pt x="442471" y="233316"/>
                  <a:pt x="444695" y="260591"/>
                  <a:pt x="444695" y="289052"/>
                </a:cubicBezTo>
                <a:cubicBezTo>
                  <a:pt x="444695" y="312176"/>
                  <a:pt x="443212" y="334410"/>
                  <a:pt x="440544" y="355756"/>
                </a:cubicBezTo>
                <a:lnTo>
                  <a:pt x="524147" y="355756"/>
                </a:lnTo>
                <a:cubicBezTo>
                  <a:pt x="530224" y="334559"/>
                  <a:pt x="533634" y="312176"/>
                  <a:pt x="533634" y="289052"/>
                </a:cubicBezTo>
                <a:cubicBezTo>
                  <a:pt x="533634" y="259850"/>
                  <a:pt x="528297" y="231982"/>
                  <a:pt x="518810" y="206042"/>
                </a:cubicBezTo>
                <a:close/>
                <a:moveTo>
                  <a:pt x="389256" y="66111"/>
                </a:moveTo>
                <a:cubicBezTo>
                  <a:pt x="406303" y="92348"/>
                  <a:pt x="419940" y="125404"/>
                  <a:pt x="429575" y="163055"/>
                </a:cubicBezTo>
                <a:lnTo>
                  <a:pt x="498354" y="163055"/>
                </a:lnTo>
                <a:cubicBezTo>
                  <a:pt x="472710" y="120660"/>
                  <a:pt x="434615" y="86567"/>
                  <a:pt x="389256" y="66111"/>
                </a:cubicBezTo>
                <a:close/>
                <a:moveTo>
                  <a:pt x="188995" y="66111"/>
                </a:moveTo>
                <a:cubicBezTo>
                  <a:pt x="143488" y="86567"/>
                  <a:pt x="105393" y="120660"/>
                  <a:pt x="79749" y="163055"/>
                </a:cubicBezTo>
                <a:lnTo>
                  <a:pt x="148676" y="163055"/>
                </a:lnTo>
                <a:cubicBezTo>
                  <a:pt x="158311" y="125404"/>
                  <a:pt x="171949" y="92348"/>
                  <a:pt x="188995" y="66111"/>
                </a:cubicBezTo>
                <a:close/>
                <a:moveTo>
                  <a:pt x="311286" y="49806"/>
                </a:moveTo>
                <a:lnTo>
                  <a:pt x="311286" y="163055"/>
                </a:lnTo>
                <a:lnTo>
                  <a:pt x="382882" y="163055"/>
                </a:lnTo>
                <a:cubicBezTo>
                  <a:pt x="367466" y="108505"/>
                  <a:pt x="342415" y="64332"/>
                  <a:pt x="311286" y="49806"/>
                </a:cubicBezTo>
                <a:close/>
                <a:moveTo>
                  <a:pt x="266817" y="49806"/>
                </a:moveTo>
                <a:cubicBezTo>
                  <a:pt x="235688" y="64332"/>
                  <a:pt x="210637" y="108505"/>
                  <a:pt x="195221" y="163055"/>
                </a:cubicBezTo>
                <a:lnTo>
                  <a:pt x="266817" y="163055"/>
                </a:lnTo>
                <a:close/>
                <a:moveTo>
                  <a:pt x="266817" y="0"/>
                </a:moveTo>
                <a:lnTo>
                  <a:pt x="311286" y="0"/>
                </a:lnTo>
                <a:lnTo>
                  <a:pt x="311286" y="1186"/>
                </a:lnTo>
                <a:cubicBezTo>
                  <a:pt x="460259" y="12600"/>
                  <a:pt x="578103" y="137114"/>
                  <a:pt x="578103" y="289052"/>
                </a:cubicBezTo>
                <a:cubicBezTo>
                  <a:pt x="578103" y="448400"/>
                  <a:pt x="448400" y="578103"/>
                  <a:pt x="289052" y="578103"/>
                </a:cubicBezTo>
                <a:cubicBezTo>
                  <a:pt x="129703" y="578103"/>
                  <a:pt x="0" y="448400"/>
                  <a:pt x="0" y="289052"/>
                </a:cubicBezTo>
                <a:cubicBezTo>
                  <a:pt x="0" y="137114"/>
                  <a:pt x="117844" y="12600"/>
                  <a:pt x="266817" y="1186"/>
                </a:cubicBezTo>
                <a:close/>
              </a:path>
            </a:pathLst>
          </a:custGeom>
          <a:solidFill>
            <a:schemeClr val="accent1"/>
          </a:solidFill>
          <a:ln w="1480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pic>
        <p:nvPicPr>
          <p:cNvPr id="6" name="Picture 5" descr="A person at a podium with check marks and light bulb&#10;&#10;AI-generated content may be incorrect.">
            <a:extLst>
              <a:ext uri="{FF2B5EF4-FFF2-40B4-BE49-F238E27FC236}">
                <a16:creationId xmlns:a16="http://schemas.microsoft.com/office/drawing/2014/main" id="{05B24EC8-60A9-CFC0-74BC-0F6082FD0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8" y="397763"/>
            <a:ext cx="1417502" cy="141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8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0D791745-14B3-188D-6050-FE1188467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9744311 w 12192000"/>
              <a:gd name="connsiteY0" fmla="*/ 3307581 h 6858000"/>
              <a:gd name="connsiteX1" fmla="*/ 8245745 w 12192000"/>
              <a:gd name="connsiteY1" fmla="*/ 4806147 h 6858000"/>
              <a:gd name="connsiteX2" fmla="*/ 9744311 w 12192000"/>
              <a:gd name="connsiteY2" fmla="*/ 6304713 h 6858000"/>
              <a:gd name="connsiteX3" fmla="*/ 9758477 w 12192000"/>
              <a:gd name="connsiteY3" fmla="*/ 6304713 h 6858000"/>
              <a:gd name="connsiteX4" fmla="*/ 11257043 w 12192000"/>
              <a:gd name="connsiteY4" fmla="*/ 4806147 h 6858000"/>
              <a:gd name="connsiteX5" fmla="*/ 9758477 w 12192000"/>
              <a:gd name="connsiteY5" fmla="*/ 3307581 h 6858000"/>
              <a:gd name="connsiteX6" fmla="*/ 0 w 12192000"/>
              <a:gd name="connsiteY6" fmla="*/ 0 h 6858000"/>
              <a:gd name="connsiteX7" fmla="*/ 2119005 w 12192000"/>
              <a:gd name="connsiteY7" fmla="*/ 0 h 6858000"/>
              <a:gd name="connsiteX8" fmla="*/ 6103339 w 12192000"/>
              <a:gd name="connsiteY8" fmla="*/ 3699874 h 6858000"/>
              <a:gd name="connsiteX9" fmla="*/ 8417094 w 12192000"/>
              <a:gd name="connsiteY9" fmla="*/ 3614222 h 6858000"/>
              <a:gd name="connsiteX10" fmla="*/ 8417094 w 12192000"/>
              <a:gd name="connsiteY10" fmla="*/ 3614223 h 6858000"/>
              <a:gd name="connsiteX11" fmla="*/ 8331442 w 12192000"/>
              <a:gd name="connsiteY11" fmla="*/ 1300469 h 6858000"/>
              <a:gd name="connsiteX12" fmla="*/ 6930989 w 12192000"/>
              <a:gd name="connsiteY12" fmla="*/ 0 h 6858000"/>
              <a:gd name="connsiteX13" fmla="*/ 12192000 w 12192000"/>
              <a:gd name="connsiteY13" fmla="*/ 0 h 6858000"/>
              <a:gd name="connsiteX14" fmla="*/ 12192000 w 12192000"/>
              <a:gd name="connsiteY14" fmla="*/ 6858000 h 6858000"/>
              <a:gd name="connsiteX15" fmla="*/ 0 w 12192000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9744311" y="3307581"/>
                </a:moveTo>
                <a:cubicBezTo>
                  <a:pt x="8916676" y="3307581"/>
                  <a:pt x="8245745" y="3978512"/>
                  <a:pt x="8245745" y="4806147"/>
                </a:cubicBezTo>
                <a:cubicBezTo>
                  <a:pt x="8245745" y="5633782"/>
                  <a:pt x="8916676" y="6304713"/>
                  <a:pt x="9744311" y="6304713"/>
                </a:cubicBezTo>
                <a:lnTo>
                  <a:pt x="9758477" y="6304713"/>
                </a:lnTo>
                <a:cubicBezTo>
                  <a:pt x="10586112" y="6304713"/>
                  <a:pt x="11257043" y="5633782"/>
                  <a:pt x="11257043" y="4806147"/>
                </a:cubicBezTo>
                <a:cubicBezTo>
                  <a:pt x="11257043" y="3978512"/>
                  <a:pt x="10586112" y="3307581"/>
                  <a:pt x="9758477" y="3307581"/>
                </a:cubicBezTo>
                <a:close/>
                <a:moveTo>
                  <a:pt x="0" y="0"/>
                </a:moveTo>
                <a:lnTo>
                  <a:pt x="2119005" y="0"/>
                </a:lnTo>
                <a:lnTo>
                  <a:pt x="6103339" y="3699874"/>
                </a:lnTo>
                <a:cubicBezTo>
                  <a:pt x="6765917" y="4315148"/>
                  <a:pt x="7801820" y="4276800"/>
                  <a:pt x="8417094" y="3614222"/>
                </a:cubicBezTo>
                <a:lnTo>
                  <a:pt x="8417094" y="3614223"/>
                </a:lnTo>
                <a:cubicBezTo>
                  <a:pt x="9032367" y="2951646"/>
                  <a:pt x="8994019" y="1915742"/>
                  <a:pt x="8331442" y="1300469"/>
                </a:cubicBezTo>
                <a:lnTo>
                  <a:pt x="693098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4855D-1B9B-81A9-A236-930F0065ECFD}"/>
              </a:ext>
            </a:extLst>
          </p:cNvPr>
          <p:cNvSpPr txBox="1"/>
          <p:nvPr/>
        </p:nvSpPr>
        <p:spPr>
          <a:xfrm>
            <a:off x="970643" y="3137342"/>
            <a:ext cx="51253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000" b="1">
                <a:solidFill>
                  <a:srgbClr val="1156BB"/>
                </a:solidFill>
                <a:latin typeface="+mj-lt"/>
              </a:defRPr>
            </a:lvl1pPr>
          </a:lstStyle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0A279-552E-48F4-76E4-A7A507BF7BE0}"/>
              </a:ext>
            </a:extLst>
          </p:cNvPr>
          <p:cNvSpPr txBox="1"/>
          <p:nvPr/>
        </p:nvSpPr>
        <p:spPr>
          <a:xfrm>
            <a:off x="1058335" y="4377434"/>
            <a:ext cx="2110712" cy="50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ts val="1700"/>
              </a:lnSpc>
              <a:defRPr sz="1200" spc="0">
                <a:solidFill>
                  <a:schemeClr val="bg1"/>
                </a:solidFill>
                <a:ea typeface="Gadugi" panose="020B0502040204020203" pitchFamily="34" charset="0"/>
              </a:defRPr>
            </a:lvl1pPr>
          </a:lstStyle>
          <a:p>
            <a:pPr algn="l"/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algn="l"/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 Group 2 Members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06A143-25CF-159F-C912-11149127F4DA}"/>
              </a:ext>
            </a:extLst>
          </p:cNvPr>
          <p:cNvSpPr/>
          <p:nvPr/>
        </p:nvSpPr>
        <p:spPr>
          <a:xfrm>
            <a:off x="1058335" y="6106002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AC7281-6745-BB33-A687-DBFC25A2C52C}"/>
              </a:ext>
            </a:extLst>
          </p:cNvPr>
          <p:cNvSpPr/>
          <p:nvPr/>
        </p:nvSpPr>
        <p:spPr>
          <a:xfrm>
            <a:off x="2595634" y="6106002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0D9370-D7D2-FD09-68CA-897A3B6FBD2A}"/>
              </a:ext>
            </a:extLst>
          </p:cNvPr>
          <p:cNvSpPr/>
          <p:nvPr/>
        </p:nvSpPr>
        <p:spPr>
          <a:xfrm>
            <a:off x="4132933" y="6106002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6AA739-A415-A708-CEA7-5F9C404B1709}"/>
              </a:ext>
            </a:extLst>
          </p:cNvPr>
          <p:cNvSpPr/>
          <p:nvPr/>
        </p:nvSpPr>
        <p:spPr>
          <a:xfrm>
            <a:off x="5670233" y="6106002"/>
            <a:ext cx="1313685" cy="1987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EAF190B2-9E1B-5938-EA0B-4BAB8BB6D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75" y="553287"/>
            <a:ext cx="5185226" cy="488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7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4">
      <a:dk1>
        <a:sysClr val="windowText" lastClr="000000"/>
      </a:dk1>
      <a:lt1>
        <a:srgbClr val="FFFFFF"/>
      </a:lt1>
      <a:dk2>
        <a:srgbClr val="FDFDFD"/>
      </a:dk2>
      <a:lt2>
        <a:srgbClr val="6263CB"/>
      </a:lt2>
      <a:accent1>
        <a:srgbClr val="2B7BEC"/>
      </a:accent1>
      <a:accent2>
        <a:srgbClr val="2CB259"/>
      </a:accent2>
      <a:accent3>
        <a:srgbClr val="EAAC10"/>
      </a:accent3>
      <a:accent4>
        <a:srgbClr val="DC3131"/>
      </a:accent4>
      <a:accent5>
        <a:srgbClr val="267778"/>
      </a:accent5>
      <a:accent6>
        <a:srgbClr val="82B4BB"/>
      </a:accent6>
      <a:hlink>
        <a:srgbClr val="3E0C85"/>
      </a:hlink>
      <a:folHlink>
        <a:srgbClr val="000000"/>
      </a:folHlink>
    </a:clrScheme>
    <a:fontScheme name="Custom 30">
      <a:majorFont>
        <a:latin typeface="Archivo"/>
        <a:ea typeface=""/>
        <a:cs typeface=""/>
      </a:majorFont>
      <a:minorFont>
        <a:latin typeface="Dosi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888</Words>
  <Application>Microsoft Office PowerPoint</Application>
  <PresentationFormat>Widescreen</PresentationFormat>
  <Paragraphs>98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Anila</dc:creator>
  <cp:lastModifiedBy>Subi Sisir</cp:lastModifiedBy>
  <cp:revision>3</cp:revision>
  <dcterms:created xsi:type="dcterms:W3CDTF">2024-07-25T06:03:04Z</dcterms:created>
  <dcterms:modified xsi:type="dcterms:W3CDTF">2025-10-30T06:40:01Z</dcterms:modified>
</cp:coreProperties>
</file>